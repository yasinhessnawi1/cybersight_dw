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35"/>
  </p:normalViewPr>
  <p:slideViewPr>
    <p:cSldViewPr snapToGrid="0">
      <p:cViewPr varScale="1">
        <p:scale>
          <a:sx n="115" d="100"/>
          <a:sy n="115" d="100"/>
        </p:scale>
        <p:origin x="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EBC55-5864-427B-84CF-6441AA82BD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6745" y="1205037"/>
            <a:ext cx="7744993" cy="2541336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B52BDB-18E0-4991-A6F2-7AD5420153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6745" y="3949332"/>
            <a:ext cx="7744993" cy="2006735"/>
          </a:xfrm>
        </p:spPr>
        <p:txBody>
          <a:bodyPr>
            <a:normAutofit/>
          </a:bodyPr>
          <a:lstStyle>
            <a:lvl1pPr marL="0" indent="0" algn="l">
              <a:buNone/>
              <a:defRPr sz="20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0ABC6-907E-47DE-8E40-61F2DD1B4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AB158-6097-43A1-90B6-406F93670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E077-FF20-4DD9-92B5-EE1C4D6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664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31C13-CF9D-4E82-A5B4-91008DCD2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06FD2-89E8-4415-ADF7-22F4A4C25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CBBFF-8889-497F-B4CA-A031E8DD3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78DAF-985B-4BB4-ADA9-02EA979F1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10DBC-42B5-46AB-B36A-B39128E69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218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1B6E7-01C8-4375-B7C7-596CD1199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83229"/>
            <a:ext cx="8214179" cy="330313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441675-8F3E-47CC-9573-D853C506D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295900"/>
            <a:ext cx="8214179" cy="79375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19F49-690E-49EC-BD41-75A18C9E3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C9E70-1401-468E-97DE-4255CA222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BE14C-9127-4582-A006-2AEA93AF7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758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34DF9-FA60-4E7B-BDE8-C0F9AFE63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F1133-890E-4E96-AEDD-0F921E26F5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6745" y="2250798"/>
            <a:ext cx="4445899" cy="375267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763B4-4987-4303-9640-54B67DD75E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97174" y="2250798"/>
            <a:ext cx="4445899" cy="375267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94AAD8-D444-410E-98EC-47076908F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72F01E-6867-4604-8B58-F65BCC82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43D87-0EC8-43C7-9D1B-46DB52129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945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605AE-70FD-4CEE-BDFB-D5C0A3D35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745" y="960120"/>
            <a:ext cx="9196928" cy="10607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9091E2-4532-4D16-827E-4DB0688FD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7153" y="2062842"/>
            <a:ext cx="4445899" cy="7818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2B53BE-9EDA-4D07-A042-0D101FAB9A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6745" y="2882837"/>
            <a:ext cx="4446642" cy="334379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DFDFC1-7510-4F8E-A831-ABA33D977A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25280" y="2062842"/>
            <a:ext cx="4467794" cy="7818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2A42F0-9A48-4946-8BA8-394CBF01A0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24868" y="2882837"/>
            <a:ext cx="4468541" cy="334379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0FC563-D319-494F-AA63-0BDF1D25E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4/22/26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42F4FE-433A-42F6-8A73-AD843352B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575352-FC7F-4BA8-940F-2F920C280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871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B3FB5-4B13-4412-9F42-62450D6AA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C87ECA-0E5D-4DD2-B664-DF351875F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E2406B-A925-466A-AF79-D0A4E0EA4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61B050-D381-4E1A-88DD-361F0EE9D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343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8BF592-6A15-4999-ACFA-A535A113B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4/22/26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19EFC1-AD45-4610-8FC6-2058F55E4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3DF506-CFF9-4BD2-8D76-337792779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910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77674-EAFF-4CAE-A685-8AEA617D0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094014"/>
            <a:ext cx="3932237" cy="143691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3A185-E15D-46FD-A4FB-709A8B5D0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94014"/>
            <a:ext cx="6172200" cy="47670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4086F7-5F48-40D6-B4E3-1347EA21B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618012"/>
            <a:ext cx="3932237" cy="32509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4FC41-0A32-438D-9A47-F932AB492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F0F85D-CB6B-48E8-B56F-81472CE94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6E120E-E239-4B93-AC67-210D23BD2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533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1F02C-5A08-45D4-AFE1-8EF0E6DEC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065120"/>
            <a:ext cx="3932237" cy="146580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2EF863-20E6-4CF9-A179-0A2A52E5F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ECFB1A-5B7E-45DA-9713-0CD8E3121F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618014"/>
            <a:ext cx="3932237" cy="325097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EFD67F-901E-4423-A48F-41F00ECA5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B04982-0749-4F34-A4DB-DDC12BD4B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B38447-AEAF-40D9-B3D3-94404C144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70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071ABCB-C306-49F0-8D5D-0B890583C1CE}"/>
              </a:ext>
            </a:extLst>
          </p:cNvPr>
          <p:cNvGrpSpPr/>
          <p:nvPr/>
        </p:nvGrpSpPr>
        <p:grpSpPr>
          <a:xfrm rot="10800000">
            <a:off x="0" y="1827078"/>
            <a:ext cx="2926300" cy="5030922"/>
            <a:chOff x="9265700" y="2026"/>
            <a:chExt cx="2926300" cy="503092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4A67F94-2250-4B3A-8424-1BC0A0BCB3FF}"/>
                </a:ext>
              </a:extLst>
            </p:cNvPr>
            <p:cNvSpPr/>
            <p:nvPr/>
          </p:nvSpPr>
          <p:spPr>
            <a:xfrm>
              <a:off x="9326904" y="2026"/>
              <a:ext cx="2249810" cy="2294745"/>
            </a:xfrm>
            <a:custGeom>
              <a:avLst/>
              <a:gdLst>
                <a:gd name="connsiteX0" fmla="*/ 49162 w 2249810"/>
                <a:gd name="connsiteY0" fmla="*/ 0 h 2294745"/>
                <a:gd name="connsiteX1" fmla="*/ 2200648 w 2249810"/>
                <a:gd name="connsiteY1" fmla="*/ 0 h 2294745"/>
                <a:gd name="connsiteX2" fmla="*/ 2210105 w 2249810"/>
                <a:gd name="connsiteY2" fmla="*/ 23601 h 2294745"/>
                <a:gd name="connsiteX3" fmla="*/ 2249810 w 2249810"/>
                <a:gd name="connsiteY3" fmla="*/ 326934 h 2294745"/>
                <a:gd name="connsiteX4" fmla="*/ 2249810 w 2249810"/>
                <a:gd name="connsiteY4" fmla="*/ 422824 h 2294745"/>
                <a:gd name="connsiteX5" fmla="*/ 2249810 w 2249810"/>
                <a:gd name="connsiteY5" fmla="*/ 696534 h 2294745"/>
                <a:gd name="connsiteX6" fmla="*/ 2249810 w 2249810"/>
                <a:gd name="connsiteY6" fmla="*/ 848826 h 2294745"/>
                <a:gd name="connsiteX7" fmla="*/ 2249810 w 2249810"/>
                <a:gd name="connsiteY7" fmla="*/ 1058531 h 2294745"/>
                <a:gd name="connsiteX8" fmla="*/ 2249810 w 2249810"/>
                <a:gd name="connsiteY8" fmla="*/ 1218426 h 2294745"/>
                <a:gd name="connsiteX9" fmla="*/ 1955981 w 2249810"/>
                <a:gd name="connsiteY9" fmla="*/ 1845313 h 2294745"/>
                <a:gd name="connsiteX10" fmla="*/ 1225437 w 2249810"/>
                <a:gd name="connsiteY10" fmla="*/ 2208220 h 2294745"/>
                <a:gd name="connsiteX11" fmla="*/ 1123061 w 2249810"/>
                <a:gd name="connsiteY11" fmla="*/ 2294745 h 2294745"/>
                <a:gd name="connsiteX12" fmla="*/ 1024372 w 2249810"/>
                <a:gd name="connsiteY12" fmla="*/ 2208220 h 2294745"/>
                <a:gd name="connsiteX13" fmla="*/ 293828 w 2249810"/>
                <a:gd name="connsiteY13" fmla="*/ 1845313 h 2294745"/>
                <a:gd name="connsiteX14" fmla="*/ 0 w 2249810"/>
                <a:gd name="connsiteY14" fmla="*/ 1218426 h 2294745"/>
                <a:gd name="connsiteX15" fmla="*/ 0 w 2249810"/>
                <a:gd name="connsiteY15" fmla="*/ 1058531 h 2294745"/>
                <a:gd name="connsiteX16" fmla="*/ 0 w 2249810"/>
                <a:gd name="connsiteY16" fmla="*/ 848826 h 2294745"/>
                <a:gd name="connsiteX17" fmla="*/ 0 w 2249810"/>
                <a:gd name="connsiteY17" fmla="*/ 696534 h 2294745"/>
                <a:gd name="connsiteX18" fmla="*/ 0 w 2249810"/>
                <a:gd name="connsiteY18" fmla="*/ 422824 h 2294745"/>
                <a:gd name="connsiteX19" fmla="*/ 0 w 2249810"/>
                <a:gd name="connsiteY19" fmla="*/ 326934 h 2294745"/>
                <a:gd name="connsiteX20" fmla="*/ 39705 w 2249810"/>
                <a:gd name="connsiteY20" fmla="*/ 23601 h 2294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49810" h="2294745">
                  <a:moveTo>
                    <a:pt x="49162" y="0"/>
                  </a:moveTo>
                  <a:lnTo>
                    <a:pt x="2200648" y="0"/>
                  </a:lnTo>
                  <a:lnTo>
                    <a:pt x="2210105" y="23601"/>
                  </a:lnTo>
                  <a:cubicBezTo>
                    <a:pt x="2236898" y="106934"/>
                    <a:pt x="2249810" y="205568"/>
                    <a:pt x="2249810" y="326934"/>
                  </a:cubicBezTo>
                  <a:lnTo>
                    <a:pt x="2249810" y="422824"/>
                  </a:lnTo>
                  <a:lnTo>
                    <a:pt x="2249810" y="696534"/>
                  </a:lnTo>
                  <a:lnTo>
                    <a:pt x="2249810" y="848826"/>
                  </a:lnTo>
                  <a:lnTo>
                    <a:pt x="2249810" y="1058531"/>
                  </a:lnTo>
                  <a:lnTo>
                    <a:pt x="2249810" y="1218426"/>
                  </a:lnTo>
                  <a:cubicBezTo>
                    <a:pt x="2249810" y="1542068"/>
                    <a:pt x="2157989" y="1704061"/>
                    <a:pt x="1955981" y="1845313"/>
                  </a:cubicBezTo>
                  <a:cubicBezTo>
                    <a:pt x="1745898" y="1967026"/>
                    <a:pt x="1470144" y="2019115"/>
                    <a:pt x="1225437" y="2208220"/>
                  </a:cubicBezTo>
                  <a:lnTo>
                    <a:pt x="1123061" y="2294745"/>
                  </a:lnTo>
                  <a:lnTo>
                    <a:pt x="1024372" y="2208220"/>
                  </a:lnTo>
                  <a:cubicBezTo>
                    <a:pt x="779664" y="2019115"/>
                    <a:pt x="503910" y="1967026"/>
                    <a:pt x="293828" y="1845313"/>
                  </a:cubicBezTo>
                  <a:cubicBezTo>
                    <a:pt x="91820" y="1704061"/>
                    <a:pt x="0" y="1542068"/>
                    <a:pt x="0" y="1218426"/>
                  </a:cubicBezTo>
                  <a:lnTo>
                    <a:pt x="0" y="1058531"/>
                  </a:lnTo>
                  <a:lnTo>
                    <a:pt x="0" y="848826"/>
                  </a:lnTo>
                  <a:lnTo>
                    <a:pt x="0" y="696534"/>
                  </a:lnTo>
                  <a:lnTo>
                    <a:pt x="0" y="422824"/>
                  </a:lnTo>
                  <a:lnTo>
                    <a:pt x="0" y="326934"/>
                  </a:lnTo>
                  <a:cubicBezTo>
                    <a:pt x="0" y="205568"/>
                    <a:pt x="12912" y="106934"/>
                    <a:pt x="39705" y="23601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1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FB942D8-95BE-4CFD-BFCC-26209EC192CE}"/>
                </a:ext>
              </a:extLst>
            </p:cNvPr>
            <p:cNvSpPr/>
            <p:nvPr/>
          </p:nvSpPr>
          <p:spPr>
            <a:xfrm>
              <a:off x="10597154" y="1907348"/>
              <a:ext cx="1594846" cy="3044131"/>
            </a:xfrm>
            <a:custGeom>
              <a:avLst/>
              <a:gdLst>
                <a:gd name="connsiteX0" fmla="*/ 1126749 w 1594846"/>
                <a:gd name="connsiteY0" fmla="*/ 0 h 3044131"/>
                <a:gd name="connsiteX1" fmla="*/ 1225438 w 1594846"/>
                <a:gd name="connsiteY1" fmla="*/ 86525 h 3044131"/>
                <a:gd name="connsiteX2" fmla="*/ 1413279 w 1594846"/>
                <a:gd name="connsiteY2" fmla="*/ 205892 h 3044131"/>
                <a:gd name="connsiteX3" fmla="*/ 1594846 w 1594846"/>
                <a:gd name="connsiteY3" fmla="*/ 289191 h 3044131"/>
                <a:gd name="connsiteX4" fmla="*/ 1594846 w 1594846"/>
                <a:gd name="connsiteY4" fmla="*/ 2754939 h 3044131"/>
                <a:gd name="connsiteX5" fmla="*/ 1413277 w 1594846"/>
                <a:gd name="connsiteY5" fmla="*/ 2838239 h 3044131"/>
                <a:gd name="connsiteX6" fmla="*/ 1225436 w 1594846"/>
                <a:gd name="connsiteY6" fmla="*/ 2957606 h 3044131"/>
                <a:gd name="connsiteX7" fmla="*/ 1123061 w 1594846"/>
                <a:gd name="connsiteY7" fmla="*/ 3044131 h 3044131"/>
                <a:gd name="connsiteX8" fmla="*/ 1024372 w 1594846"/>
                <a:gd name="connsiteY8" fmla="*/ 2957606 h 3044131"/>
                <a:gd name="connsiteX9" fmla="*/ 293828 w 1594846"/>
                <a:gd name="connsiteY9" fmla="*/ 2594699 h 3044131"/>
                <a:gd name="connsiteX10" fmla="*/ 0 w 1594846"/>
                <a:gd name="connsiteY10" fmla="*/ 1967812 h 3044131"/>
                <a:gd name="connsiteX11" fmla="*/ 0 w 1594846"/>
                <a:gd name="connsiteY11" fmla="*/ 1807917 h 3044131"/>
                <a:gd name="connsiteX12" fmla="*/ 0 w 1594846"/>
                <a:gd name="connsiteY12" fmla="*/ 1598212 h 3044131"/>
                <a:gd name="connsiteX13" fmla="*/ 0 w 1594846"/>
                <a:gd name="connsiteY13" fmla="*/ 1445920 h 3044131"/>
                <a:gd name="connsiteX14" fmla="*/ 0 w 1594846"/>
                <a:gd name="connsiteY14" fmla="*/ 1172210 h 3044131"/>
                <a:gd name="connsiteX15" fmla="*/ 0 w 1594846"/>
                <a:gd name="connsiteY15" fmla="*/ 1076320 h 3044131"/>
                <a:gd name="connsiteX16" fmla="*/ 293829 w 1594846"/>
                <a:gd name="connsiteY16" fmla="*/ 449433 h 3044131"/>
                <a:gd name="connsiteX17" fmla="*/ 1024374 w 1594846"/>
                <a:gd name="connsiteY17" fmla="*/ 86525 h 304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94846" h="3044131">
                  <a:moveTo>
                    <a:pt x="1126749" y="0"/>
                  </a:moveTo>
                  <a:lnTo>
                    <a:pt x="1225438" y="86525"/>
                  </a:lnTo>
                  <a:cubicBezTo>
                    <a:pt x="1286615" y="133801"/>
                    <a:pt x="1349732" y="172514"/>
                    <a:pt x="1413279" y="205892"/>
                  </a:cubicBezTo>
                  <a:lnTo>
                    <a:pt x="1594846" y="289191"/>
                  </a:lnTo>
                  <a:lnTo>
                    <a:pt x="1594846" y="2754939"/>
                  </a:lnTo>
                  <a:lnTo>
                    <a:pt x="1413277" y="2838239"/>
                  </a:lnTo>
                  <a:cubicBezTo>
                    <a:pt x="1349730" y="2871617"/>
                    <a:pt x="1286613" y="2910330"/>
                    <a:pt x="1225436" y="2957606"/>
                  </a:cubicBezTo>
                  <a:lnTo>
                    <a:pt x="1123061" y="3044131"/>
                  </a:lnTo>
                  <a:lnTo>
                    <a:pt x="1024372" y="2957606"/>
                  </a:lnTo>
                  <a:cubicBezTo>
                    <a:pt x="779664" y="2768501"/>
                    <a:pt x="503910" y="2716412"/>
                    <a:pt x="293828" y="2594699"/>
                  </a:cubicBezTo>
                  <a:cubicBezTo>
                    <a:pt x="91820" y="2453447"/>
                    <a:pt x="0" y="2291454"/>
                    <a:pt x="0" y="1967812"/>
                  </a:cubicBezTo>
                  <a:lnTo>
                    <a:pt x="0" y="1807917"/>
                  </a:lnTo>
                  <a:lnTo>
                    <a:pt x="0" y="1598212"/>
                  </a:lnTo>
                  <a:lnTo>
                    <a:pt x="0" y="1445920"/>
                  </a:lnTo>
                  <a:lnTo>
                    <a:pt x="0" y="1172210"/>
                  </a:lnTo>
                  <a:lnTo>
                    <a:pt x="0" y="1076320"/>
                  </a:lnTo>
                  <a:cubicBezTo>
                    <a:pt x="0" y="752678"/>
                    <a:pt x="91821" y="590684"/>
                    <a:pt x="293829" y="449433"/>
                  </a:cubicBezTo>
                  <a:cubicBezTo>
                    <a:pt x="503912" y="327719"/>
                    <a:pt x="779665" y="275630"/>
                    <a:pt x="1024374" y="86525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DF6499A-D398-4CBC-AA22-4277539430FC}"/>
                </a:ext>
              </a:extLst>
            </p:cNvPr>
            <p:cNvSpPr/>
            <p:nvPr/>
          </p:nvSpPr>
          <p:spPr>
            <a:xfrm>
              <a:off x="9265700" y="7622"/>
              <a:ext cx="2372219" cy="2371961"/>
            </a:xfrm>
            <a:custGeom>
              <a:avLst/>
              <a:gdLst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3723546 w 4282900"/>
                <a:gd name="connsiteY2" fmla="*/ 855573 h 5795027"/>
                <a:gd name="connsiteX3" fmla="*/ 4282900 w 4282900"/>
                <a:gd name="connsiteY3" fmla="*/ 2048959 h 5795027"/>
                <a:gd name="connsiteX4" fmla="*/ 4282900 w 4282900"/>
                <a:gd name="connsiteY4" fmla="*/ 2231503 h 5795027"/>
                <a:gd name="connsiteX5" fmla="*/ 4282900 w 4282900"/>
                <a:gd name="connsiteY5" fmla="*/ 2752557 h 5795027"/>
                <a:gd name="connsiteX6" fmla="*/ 4282900 w 4282900"/>
                <a:gd name="connsiteY6" fmla="*/ 3042471 h 5795027"/>
                <a:gd name="connsiteX7" fmla="*/ 4282900 w 4282900"/>
                <a:gd name="connsiteY7" fmla="*/ 3441681 h 5795027"/>
                <a:gd name="connsiteX8" fmla="*/ 4282900 w 4282900"/>
                <a:gd name="connsiteY8" fmla="*/ 3746068 h 5795027"/>
                <a:gd name="connsiteX9" fmla="*/ 3723546 w 4282900"/>
                <a:gd name="connsiteY9" fmla="*/ 4939455 h 5795027"/>
                <a:gd name="connsiteX10" fmla="*/ 2332829 w 4282900"/>
                <a:gd name="connsiteY10" fmla="*/ 5630311 h 5795027"/>
                <a:gd name="connsiteX11" fmla="*/ 2137940 w 4282900"/>
                <a:gd name="connsiteY11" fmla="*/ 5795027 h 5795027"/>
                <a:gd name="connsiteX12" fmla="*/ 1950069 w 4282900"/>
                <a:gd name="connsiteY12" fmla="*/ 5630311 h 5795027"/>
                <a:gd name="connsiteX13" fmla="*/ 559353 w 4282900"/>
                <a:gd name="connsiteY13" fmla="*/ 4939455 h 5795027"/>
                <a:gd name="connsiteX14" fmla="*/ 0 w 4282900"/>
                <a:gd name="connsiteY14" fmla="*/ 3746068 h 5795027"/>
                <a:gd name="connsiteX15" fmla="*/ 0 w 4282900"/>
                <a:gd name="connsiteY15" fmla="*/ 3441681 h 5795027"/>
                <a:gd name="connsiteX16" fmla="*/ 0 w 4282900"/>
                <a:gd name="connsiteY16" fmla="*/ 3042471 h 5795027"/>
                <a:gd name="connsiteX17" fmla="*/ 0 w 4282900"/>
                <a:gd name="connsiteY17" fmla="*/ 2752557 h 5795027"/>
                <a:gd name="connsiteX18" fmla="*/ 0 w 4282900"/>
                <a:gd name="connsiteY18" fmla="*/ 2231503 h 5795027"/>
                <a:gd name="connsiteX19" fmla="*/ 0 w 4282900"/>
                <a:gd name="connsiteY19" fmla="*/ 2048959 h 5795027"/>
                <a:gd name="connsiteX20" fmla="*/ 559354 w 4282900"/>
                <a:gd name="connsiteY20" fmla="*/ 855573 h 5795027"/>
                <a:gd name="connsiteX21" fmla="*/ 1950071 w 4282900"/>
                <a:gd name="connsiteY21" fmla="*/ 164715 h 5795027"/>
                <a:gd name="connsiteX0" fmla="*/ 4282900 w 4447989"/>
                <a:gd name="connsiteY0" fmla="*/ 2048959 h 5795027"/>
                <a:gd name="connsiteX1" fmla="*/ 4282900 w 4447989"/>
                <a:gd name="connsiteY1" fmla="*/ 2231503 h 5795027"/>
                <a:gd name="connsiteX2" fmla="*/ 4282900 w 4447989"/>
                <a:gd name="connsiteY2" fmla="*/ 2752557 h 5795027"/>
                <a:gd name="connsiteX3" fmla="*/ 4282900 w 4447989"/>
                <a:gd name="connsiteY3" fmla="*/ 3042471 h 5795027"/>
                <a:gd name="connsiteX4" fmla="*/ 4282900 w 4447989"/>
                <a:gd name="connsiteY4" fmla="*/ 3441681 h 5795027"/>
                <a:gd name="connsiteX5" fmla="*/ 4282900 w 4447989"/>
                <a:gd name="connsiteY5" fmla="*/ 3746068 h 5795027"/>
                <a:gd name="connsiteX6" fmla="*/ 3723546 w 4447989"/>
                <a:gd name="connsiteY6" fmla="*/ 4939455 h 5795027"/>
                <a:gd name="connsiteX7" fmla="*/ 2332829 w 4447989"/>
                <a:gd name="connsiteY7" fmla="*/ 5630311 h 5795027"/>
                <a:gd name="connsiteX8" fmla="*/ 2137940 w 4447989"/>
                <a:gd name="connsiteY8" fmla="*/ 5795027 h 5795027"/>
                <a:gd name="connsiteX9" fmla="*/ 1950069 w 4447989"/>
                <a:gd name="connsiteY9" fmla="*/ 5630311 h 5795027"/>
                <a:gd name="connsiteX10" fmla="*/ 559353 w 4447989"/>
                <a:gd name="connsiteY10" fmla="*/ 4939455 h 5795027"/>
                <a:gd name="connsiteX11" fmla="*/ 0 w 4447989"/>
                <a:gd name="connsiteY11" fmla="*/ 3746068 h 5795027"/>
                <a:gd name="connsiteX12" fmla="*/ 0 w 4447989"/>
                <a:gd name="connsiteY12" fmla="*/ 3441681 h 5795027"/>
                <a:gd name="connsiteX13" fmla="*/ 0 w 4447989"/>
                <a:gd name="connsiteY13" fmla="*/ 3042471 h 5795027"/>
                <a:gd name="connsiteX14" fmla="*/ 0 w 4447989"/>
                <a:gd name="connsiteY14" fmla="*/ 2752557 h 5795027"/>
                <a:gd name="connsiteX15" fmla="*/ 0 w 4447989"/>
                <a:gd name="connsiteY15" fmla="*/ 2231503 h 5795027"/>
                <a:gd name="connsiteX16" fmla="*/ 0 w 4447989"/>
                <a:gd name="connsiteY16" fmla="*/ 2048959 h 5795027"/>
                <a:gd name="connsiteX17" fmla="*/ 559354 w 4447989"/>
                <a:gd name="connsiteY17" fmla="*/ 855573 h 5795027"/>
                <a:gd name="connsiteX18" fmla="*/ 1950071 w 4447989"/>
                <a:gd name="connsiteY18" fmla="*/ 164715 h 5795027"/>
                <a:gd name="connsiteX19" fmla="*/ 2144960 w 4447989"/>
                <a:gd name="connsiteY19" fmla="*/ 0 h 5795027"/>
                <a:gd name="connsiteX20" fmla="*/ 2332832 w 4447989"/>
                <a:gd name="connsiteY20" fmla="*/ 164715 h 5795027"/>
                <a:gd name="connsiteX21" fmla="*/ 3723546 w 4447989"/>
                <a:gd name="connsiteY21" fmla="*/ 855573 h 5795027"/>
                <a:gd name="connsiteX22" fmla="*/ 4447989 w 4447989"/>
                <a:gd name="connsiteY22" fmla="*/ 2214048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48071 w 4282900"/>
                <a:gd name="connsiteY0" fmla="*/ 1519558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48071 w 4292243"/>
                <a:gd name="connsiteY0" fmla="*/ 1519558 h 5795027"/>
                <a:gd name="connsiteX1" fmla="*/ 4282900 w 4292243"/>
                <a:gd name="connsiteY1" fmla="*/ 2231503 h 5795027"/>
                <a:gd name="connsiteX2" fmla="*/ 4282900 w 4292243"/>
                <a:gd name="connsiteY2" fmla="*/ 2752557 h 5795027"/>
                <a:gd name="connsiteX3" fmla="*/ 4282900 w 4292243"/>
                <a:gd name="connsiteY3" fmla="*/ 3042471 h 5795027"/>
                <a:gd name="connsiteX4" fmla="*/ 4282900 w 4292243"/>
                <a:gd name="connsiteY4" fmla="*/ 3441681 h 5795027"/>
                <a:gd name="connsiteX5" fmla="*/ 4282900 w 4292243"/>
                <a:gd name="connsiteY5" fmla="*/ 3746068 h 5795027"/>
                <a:gd name="connsiteX6" fmla="*/ 3723546 w 4292243"/>
                <a:gd name="connsiteY6" fmla="*/ 4939455 h 5795027"/>
                <a:gd name="connsiteX7" fmla="*/ 2332829 w 4292243"/>
                <a:gd name="connsiteY7" fmla="*/ 5630311 h 5795027"/>
                <a:gd name="connsiteX8" fmla="*/ 2137940 w 4292243"/>
                <a:gd name="connsiteY8" fmla="*/ 5795027 h 5795027"/>
                <a:gd name="connsiteX9" fmla="*/ 1950069 w 4292243"/>
                <a:gd name="connsiteY9" fmla="*/ 5630311 h 5795027"/>
                <a:gd name="connsiteX10" fmla="*/ 559353 w 4292243"/>
                <a:gd name="connsiteY10" fmla="*/ 4939455 h 5795027"/>
                <a:gd name="connsiteX11" fmla="*/ 0 w 4292243"/>
                <a:gd name="connsiteY11" fmla="*/ 3746068 h 5795027"/>
                <a:gd name="connsiteX12" fmla="*/ 0 w 4292243"/>
                <a:gd name="connsiteY12" fmla="*/ 3441681 h 5795027"/>
                <a:gd name="connsiteX13" fmla="*/ 0 w 4292243"/>
                <a:gd name="connsiteY13" fmla="*/ 3042471 h 5795027"/>
                <a:gd name="connsiteX14" fmla="*/ 0 w 4292243"/>
                <a:gd name="connsiteY14" fmla="*/ 2752557 h 5795027"/>
                <a:gd name="connsiteX15" fmla="*/ 0 w 4292243"/>
                <a:gd name="connsiteY15" fmla="*/ 2231503 h 5795027"/>
                <a:gd name="connsiteX16" fmla="*/ 0 w 4292243"/>
                <a:gd name="connsiteY16" fmla="*/ 2048959 h 5795027"/>
                <a:gd name="connsiteX17" fmla="*/ 559354 w 4292243"/>
                <a:gd name="connsiteY17" fmla="*/ 855573 h 5795027"/>
                <a:gd name="connsiteX18" fmla="*/ 1950071 w 4292243"/>
                <a:gd name="connsiteY18" fmla="*/ 164715 h 5795027"/>
                <a:gd name="connsiteX19" fmla="*/ 2144960 w 4292243"/>
                <a:gd name="connsiteY19" fmla="*/ 0 h 5795027"/>
                <a:gd name="connsiteX20" fmla="*/ 2332832 w 4292243"/>
                <a:gd name="connsiteY20" fmla="*/ 164715 h 5795027"/>
                <a:gd name="connsiteX21" fmla="*/ 3723546 w 4292243"/>
                <a:gd name="connsiteY21" fmla="*/ 855573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2144960 w 4282900"/>
                <a:gd name="connsiteY18" fmla="*/ 0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64279 w 4282900"/>
                <a:gd name="connsiteY17" fmla="*/ 1516418 h 5795027"/>
                <a:gd name="connsiteX18" fmla="*/ 559354 w 4282900"/>
                <a:gd name="connsiteY18" fmla="*/ 855573 h 5795027"/>
                <a:gd name="connsiteX19" fmla="*/ 2144960 w 4282900"/>
                <a:gd name="connsiteY19" fmla="*/ 0 h 5795027"/>
                <a:gd name="connsiteX0" fmla="*/ 4213242 w 4282900"/>
                <a:gd name="connsiteY0" fmla="*/ 657020 h 4939454"/>
                <a:gd name="connsiteX1" fmla="*/ 4282900 w 4282900"/>
                <a:gd name="connsiteY1" fmla="*/ 1375930 h 4939454"/>
                <a:gd name="connsiteX2" fmla="*/ 4282900 w 4282900"/>
                <a:gd name="connsiteY2" fmla="*/ 1896984 h 4939454"/>
                <a:gd name="connsiteX3" fmla="*/ 4282900 w 4282900"/>
                <a:gd name="connsiteY3" fmla="*/ 2186898 h 4939454"/>
                <a:gd name="connsiteX4" fmla="*/ 4282900 w 4282900"/>
                <a:gd name="connsiteY4" fmla="*/ 2586108 h 4939454"/>
                <a:gd name="connsiteX5" fmla="*/ 4282900 w 4282900"/>
                <a:gd name="connsiteY5" fmla="*/ 2890495 h 4939454"/>
                <a:gd name="connsiteX6" fmla="*/ 3723546 w 4282900"/>
                <a:gd name="connsiteY6" fmla="*/ 4083882 h 4939454"/>
                <a:gd name="connsiteX7" fmla="*/ 2332829 w 4282900"/>
                <a:gd name="connsiteY7" fmla="*/ 4774738 h 4939454"/>
                <a:gd name="connsiteX8" fmla="*/ 2137940 w 4282900"/>
                <a:gd name="connsiteY8" fmla="*/ 4939454 h 4939454"/>
                <a:gd name="connsiteX9" fmla="*/ 1950069 w 4282900"/>
                <a:gd name="connsiteY9" fmla="*/ 4774738 h 4939454"/>
                <a:gd name="connsiteX10" fmla="*/ 559353 w 4282900"/>
                <a:gd name="connsiteY10" fmla="*/ 4083882 h 4939454"/>
                <a:gd name="connsiteX11" fmla="*/ 0 w 4282900"/>
                <a:gd name="connsiteY11" fmla="*/ 2890495 h 4939454"/>
                <a:gd name="connsiteX12" fmla="*/ 0 w 4282900"/>
                <a:gd name="connsiteY12" fmla="*/ 2586108 h 4939454"/>
                <a:gd name="connsiteX13" fmla="*/ 0 w 4282900"/>
                <a:gd name="connsiteY13" fmla="*/ 2186898 h 4939454"/>
                <a:gd name="connsiteX14" fmla="*/ 0 w 4282900"/>
                <a:gd name="connsiteY14" fmla="*/ 1896984 h 4939454"/>
                <a:gd name="connsiteX15" fmla="*/ 0 w 4282900"/>
                <a:gd name="connsiteY15" fmla="*/ 1375930 h 4939454"/>
                <a:gd name="connsiteX16" fmla="*/ 0 w 4282900"/>
                <a:gd name="connsiteY16" fmla="*/ 1193386 h 4939454"/>
                <a:gd name="connsiteX17" fmla="*/ 64279 w 4282900"/>
                <a:gd name="connsiteY17" fmla="*/ 660845 h 4939454"/>
                <a:gd name="connsiteX18" fmla="*/ 559354 w 4282900"/>
                <a:gd name="connsiteY18" fmla="*/ 0 h 4939454"/>
                <a:gd name="connsiteX0" fmla="*/ 4213242 w 4282900"/>
                <a:gd name="connsiteY0" fmla="*/ 0 h 4282434"/>
                <a:gd name="connsiteX1" fmla="*/ 4282900 w 4282900"/>
                <a:gd name="connsiteY1" fmla="*/ 718910 h 4282434"/>
                <a:gd name="connsiteX2" fmla="*/ 4282900 w 4282900"/>
                <a:gd name="connsiteY2" fmla="*/ 1239964 h 4282434"/>
                <a:gd name="connsiteX3" fmla="*/ 4282900 w 4282900"/>
                <a:gd name="connsiteY3" fmla="*/ 1529878 h 4282434"/>
                <a:gd name="connsiteX4" fmla="*/ 4282900 w 4282900"/>
                <a:gd name="connsiteY4" fmla="*/ 1929088 h 4282434"/>
                <a:gd name="connsiteX5" fmla="*/ 4282900 w 4282900"/>
                <a:gd name="connsiteY5" fmla="*/ 2233475 h 4282434"/>
                <a:gd name="connsiteX6" fmla="*/ 3723546 w 4282900"/>
                <a:gd name="connsiteY6" fmla="*/ 3426862 h 4282434"/>
                <a:gd name="connsiteX7" fmla="*/ 2332829 w 4282900"/>
                <a:gd name="connsiteY7" fmla="*/ 4117718 h 4282434"/>
                <a:gd name="connsiteX8" fmla="*/ 2137940 w 4282900"/>
                <a:gd name="connsiteY8" fmla="*/ 4282434 h 4282434"/>
                <a:gd name="connsiteX9" fmla="*/ 1950069 w 4282900"/>
                <a:gd name="connsiteY9" fmla="*/ 4117718 h 4282434"/>
                <a:gd name="connsiteX10" fmla="*/ 559353 w 4282900"/>
                <a:gd name="connsiteY10" fmla="*/ 3426862 h 4282434"/>
                <a:gd name="connsiteX11" fmla="*/ 0 w 4282900"/>
                <a:gd name="connsiteY11" fmla="*/ 2233475 h 4282434"/>
                <a:gd name="connsiteX12" fmla="*/ 0 w 4282900"/>
                <a:gd name="connsiteY12" fmla="*/ 1929088 h 4282434"/>
                <a:gd name="connsiteX13" fmla="*/ 0 w 4282900"/>
                <a:gd name="connsiteY13" fmla="*/ 1529878 h 4282434"/>
                <a:gd name="connsiteX14" fmla="*/ 0 w 4282900"/>
                <a:gd name="connsiteY14" fmla="*/ 1239964 h 4282434"/>
                <a:gd name="connsiteX15" fmla="*/ 0 w 4282900"/>
                <a:gd name="connsiteY15" fmla="*/ 718910 h 4282434"/>
                <a:gd name="connsiteX16" fmla="*/ 0 w 4282900"/>
                <a:gd name="connsiteY16" fmla="*/ 536366 h 4282434"/>
                <a:gd name="connsiteX17" fmla="*/ 64279 w 4282900"/>
                <a:gd name="connsiteY17" fmla="*/ 3825 h 4282434"/>
                <a:gd name="connsiteX0" fmla="*/ 4213242 w 4282900"/>
                <a:gd name="connsiteY0" fmla="*/ 0 h 4282434"/>
                <a:gd name="connsiteX1" fmla="*/ 4282900 w 4282900"/>
                <a:gd name="connsiteY1" fmla="*/ 718910 h 4282434"/>
                <a:gd name="connsiteX2" fmla="*/ 4282900 w 4282900"/>
                <a:gd name="connsiteY2" fmla="*/ 1239964 h 4282434"/>
                <a:gd name="connsiteX3" fmla="*/ 4282900 w 4282900"/>
                <a:gd name="connsiteY3" fmla="*/ 1529878 h 4282434"/>
                <a:gd name="connsiteX4" fmla="*/ 4282900 w 4282900"/>
                <a:gd name="connsiteY4" fmla="*/ 1929088 h 4282434"/>
                <a:gd name="connsiteX5" fmla="*/ 4282900 w 4282900"/>
                <a:gd name="connsiteY5" fmla="*/ 2233475 h 4282434"/>
                <a:gd name="connsiteX6" fmla="*/ 3723546 w 4282900"/>
                <a:gd name="connsiteY6" fmla="*/ 3426862 h 4282434"/>
                <a:gd name="connsiteX7" fmla="*/ 2332829 w 4282900"/>
                <a:gd name="connsiteY7" fmla="*/ 4117718 h 4282434"/>
                <a:gd name="connsiteX8" fmla="*/ 2137940 w 4282900"/>
                <a:gd name="connsiteY8" fmla="*/ 4282434 h 4282434"/>
                <a:gd name="connsiteX9" fmla="*/ 1950069 w 4282900"/>
                <a:gd name="connsiteY9" fmla="*/ 4117718 h 4282434"/>
                <a:gd name="connsiteX10" fmla="*/ 559353 w 4282900"/>
                <a:gd name="connsiteY10" fmla="*/ 3426862 h 4282434"/>
                <a:gd name="connsiteX11" fmla="*/ 0 w 4282900"/>
                <a:gd name="connsiteY11" fmla="*/ 2233475 h 4282434"/>
                <a:gd name="connsiteX12" fmla="*/ 0 w 4282900"/>
                <a:gd name="connsiteY12" fmla="*/ 1929088 h 4282434"/>
                <a:gd name="connsiteX13" fmla="*/ 0 w 4282900"/>
                <a:gd name="connsiteY13" fmla="*/ 1529878 h 4282434"/>
                <a:gd name="connsiteX14" fmla="*/ 0 w 4282900"/>
                <a:gd name="connsiteY14" fmla="*/ 1239964 h 4282434"/>
                <a:gd name="connsiteX15" fmla="*/ 0 w 4282900"/>
                <a:gd name="connsiteY15" fmla="*/ 718910 h 4282434"/>
                <a:gd name="connsiteX16" fmla="*/ 0 w 4282900"/>
                <a:gd name="connsiteY16" fmla="*/ 536366 h 4282434"/>
                <a:gd name="connsiteX17" fmla="*/ 64279 w 4282900"/>
                <a:gd name="connsiteY17" fmla="*/ 3825 h 428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82900" h="4282434">
                  <a:moveTo>
                    <a:pt x="4213242" y="0"/>
                  </a:moveTo>
                  <a:cubicBezTo>
                    <a:pt x="4294511" y="306972"/>
                    <a:pt x="4271290" y="481595"/>
                    <a:pt x="4282900" y="718910"/>
                  </a:cubicBezTo>
                  <a:lnTo>
                    <a:pt x="4282900" y="1239964"/>
                  </a:lnTo>
                  <a:lnTo>
                    <a:pt x="4282900" y="1529878"/>
                  </a:lnTo>
                  <a:lnTo>
                    <a:pt x="4282900" y="1929088"/>
                  </a:lnTo>
                  <a:lnTo>
                    <a:pt x="4282900" y="2233475"/>
                  </a:lnTo>
                  <a:cubicBezTo>
                    <a:pt x="4282900" y="2849584"/>
                    <a:pt x="4108103" y="3157966"/>
                    <a:pt x="3723546" y="3426862"/>
                  </a:cubicBezTo>
                  <a:cubicBezTo>
                    <a:pt x="3323617" y="3658565"/>
                    <a:pt x="2798672" y="3757725"/>
                    <a:pt x="2332829" y="4117718"/>
                  </a:cubicBezTo>
                  <a:lnTo>
                    <a:pt x="2137940" y="4282434"/>
                  </a:lnTo>
                  <a:lnTo>
                    <a:pt x="1950069" y="4117718"/>
                  </a:lnTo>
                  <a:cubicBezTo>
                    <a:pt x="1484225" y="3757725"/>
                    <a:pt x="959280" y="3658565"/>
                    <a:pt x="559353" y="3426862"/>
                  </a:cubicBezTo>
                  <a:cubicBezTo>
                    <a:pt x="174796" y="3157966"/>
                    <a:pt x="0" y="2849584"/>
                    <a:pt x="0" y="2233475"/>
                  </a:cubicBezTo>
                  <a:lnTo>
                    <a:pt x="0" y="1929088"/>
                  </a:lnTo>
                  <a:lnTo>
                    <a:pt x="0" y="1529878"/>
                  </a:lnTo>
                  <a:lnTo>
                    <a:pt x="0" y="1239964"/>
                  </a:lnTo>
                  <a:lnTo>
                    <a:pt x="0" y="718910"/>
                  </a:lnTo>
                  <a:lnTo>
                    <a:pt x="0" y="536366"/>
                  </a:lnTo>
                  <a:cubicBezTo>
                    <a:pt x="10713" y="417185"/>
                    <a:pt x="19813" y="133066"/>
                    <a:pt x="64279" y="3825"/>
                  </a:cubicBezTo>
                </a:path>
              </a:pathLst>
            </a:custGeom>
            <a:noFill/>
            <a:ln w="25400" cap="rnd">
              <a:solidFill>
                <a:schemeClr val="bg2">
                  <a:lumMod val="75000"/>
                  <a:alpha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D91493C-6480-4A3F-8836-1727CBA3C849}"/>
                </a:ext>
              </a:extLst>
            </p:cNvPr>
            <p:cNvSpPr/>
            <p:nvPr/>
          </p:nvSpPr>
          <p:spPr>
            <a:xfrm>
              <a:off x="10536649" y="1823190"/>
              <a:ext cx="1654608" cy="3209758"/>
            </a:xfrm>
            <a:custGeom>
              <a:avLst/>
              <a:gdLst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3723546 w 4282900"/>
                <a:gd name="connsiteY2" fmla="*/ 855573 h 5795027"/>
                <a:gd name="connsiteX3" fmla="*/ 4282900 w 4282900"/>
                <a:gd name="connsiteY3" fmla="*/ 2048959 h 5795027"/>
                <a:gd name="connsiteX4" fmla="*/ 4282900 w 4282900"/>
                <a:gd name="connsiteY4" fmla="*/ 2231503 h 5795027"/>
                <a:gd name="connsiteX5" fmla="*/ 4282900 w 4282900"/>
                <a:gd name="connsiteY5" fmla="*/ 2752557 h 5795027"/>
                <a:gd name="connsiteX6" fmla="*/ 4282900 w 4282900"/>
                <a:gd name="connsiteY6" fmla="*/ 3042471 h 5795027"/>
                <a:gd name="connsiteX7" fmla="*/ 4282900 w 4282900"/>
                <a:gd name="connsiteY7" fmla="*/ 3441681 h 5795027"/>
                <a:gd name="connsiteX8" fmla="*/ 4282900 w 4282900"/>
                <a:gd name="connsiteY8" fmla="*/ 3746068 h 5795027"/>
                <a:gd name="connsiteX9" fmla="*/ 3723546 w 4282900"/>
                <a:gd name="connsiteY9" fmla="*/ 4939455 h 5795027"/>
                <a:gd name="connsiteX10" fmla="*/ 2332829 w 4282900"/>
                <a:gd name="connsiteY10" fmla="*/ 5630311 h 5795027"/>
                <a:gd name="connsiteX11" fmla="*/ 2137940 w 4282900"/>
                <a:gd name="connsiteY11" fmla="*/ 5795027 h 5795027"/>
                <a:gd name="connsiteX12" fmla="*/ 1950069 w 4282900"/>
                <a:gd name="connsiteY12" fmla="*/ 5630311 h 5795027"/>
                <a:gd name="connsiteX13" fmla="*/ 559353 w 4282900"/>
                <a:gd name="connsiteY13" fmla="*/ 4939455 h 5795027"/>
                <a:gd name="connsiteX14" fmla="*/ 0 w 4282900"/>
                <a:gd name="connsiteY14" fmla="*/ 3746068 h 5795027"/>
                <a:gd name="connsiteX15" fmla="*/ 0 w 4282900"/>
                <a:gd name="connsiteY15" fmla="*/ 3441681 h 5795027"/>
                <a:gd name="connsiteX16" fmla="*/ 0 w 4282900"/>
                <a:gd name="connsiteY16" fmla="*/ 3042471 h 5795027"/>
                <a:gd name="connsiteX17" fmla="*/ 0 w 4282900"/>
                <a:gd name="connsiteY17" fmla="*/ 2752557 h 5795027"/>
                <a:gd name="connsiteX18" fmla="*/ 0 w 4282900"/>
                <a:gd name="connsiteY18" fmla="*/ 2231503 h 5795027"/>
                <a:gd name="connsiteX19" fmla="*/ 0 w 4282900"/>
                <a:gd name="connsiteY19" fmla="*/ 2048959 h 5795027"/>
                <a:gd name="connsiteX20" fmla="*/ 559354 w 4282900"/>
                <a:gd name="connsiteY20" fmla="*/ 855573 h 5795027"/>
                <a:gd name="connsiteX21" fmla="*/ 1950071 w 4282900"/>
                <a:gd name="connsiteY21" fmla="*/ 164715 h 5795027"/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2976290 w 4282900"/>
                <a:gd name="connsiteY2" fmla="*/ 524033 h 5795027"/>
                <a:gd name="connsiteX3" fmla="*/ 3723546 w 4282900"/>
                <a:gd name="connsiteY3" fmla="*/ 855573 h 5795027"/>
                <a:gd name="connsiteX4" fmla="*/ 4282900 w 4282900"/>
                <a:gd name="connsiteY4" fmla="*/ 2048959 h 5795027"/>
                <a:gd name="connsiteX5" fmla="*/ 4282900 w 4282900"/>
                <a:gd name="connsiteY5" fmla="*/ 2231503 h 5795027"/>
                <a:gd name="connsiteX6" fmla="*/ 4282900 w 4282900"/>
                <a:gd name="connsiteY6" fmla="*/ 2752557 h 5795027"/>
                <a:gd name="connsiteX7" fmla="*/ 4282900 w 4282900"/>
                <a:gd name="connsiteY7" fmla="*/ 3042471 h 5795027"/>
                <a:gd name="connsiteX8" fmla="*/ 4282900 w 4282900"/>
                <a:gd name="connsiteY8" fmla="*/ 3441681 h 5795027"/>
                <a:gd name="connsiteX9" fmla="*/ 4282900 w 4282900"/>
                <a:gd name="connsiteY9" fmla="*/ 3746068 h 5795027"/>
                <a:gd name="connsiteX10" fmla="*/ 3723546 w 4282900"/>
                <a:gd name="connsiteY10" fmla="*/ 4939455 h 5795027"/>
                <a:gd name="connsiteX11" fmla="*/ 2332829 w 4282900"/>
                <a:gd name="connsiteY11" fmla="*/ 5630311 h 5795027"/>
                <a:gd name="connsiteX12" fmla="*/ 2137940 w 4282900"/>
                <a:gd name="connsiteY12" fmla="*/ 5795027 h 5795027"/>
                <a:gd name="connsiteX13" fmla="*/ 1950069 w 4282900"/>
                <a:gd name="connsiteY13" fmla="*/ 5630311 h 5795027"/>
                <a:gd name="connsiteX14" fmla="*/ 559353 w 4282900"/>
                <a:gd name="connsiteY14" fmla="*/ 4939455 h 5795027"/>
                <a:gd name="connsiteX15" fmla="*/ 0 w 4282900"/>
                <a:gd name="connsiteY15" fmla="*/ 3746068 h 5795027"/>
                <a:gd name="connsiteX16" fmla="*/ 0 w 4282900"/>
                <a:gd name="connsiteY16" fmla="*/ 3441681 h 5795027"/>
                <a:gd name="connsiteX17" fmla="*/ 0 w 4282900"/>
                <a:gd name="connsiteY17" fmla="*/ 3042471 h 5795027"/>
                <a:gd name="connsiteX18" fmla="*/ 0 w 4282900"/>
                <a:gd name="connsiteY18" fmla="*/ 2752557 h 5795027"/>
                <a:gd name="connsiteX19" fmla="*/ 0 w 4282900"/>
                <a:gd name="connsiteY19" fmla="*/ 2231503 h 5795027"/>
                <a:gd name="connsiteX20" fmla="*/ 0 w 4282900"/>
                <a:gd name="connsiteY20" fmla="*/ 2048959 h 5795027"/>
                <a:gd name="connsiteX21" fmla="*/ 559354 w 4282900"/>
                <a:gd name="connsiteY21" fmla="*/ 855573 h 5795027"/>
                <a:gd name="connsiteX22" fmla="*/ 1950071 w 4282900"/>
                <a:gd name="connsiteY22" fmla="*/ 164715 h 5795027"/>
                <a:gd name="connsiteX23" fmla="*/ 2144960 w 4282900"/>
                <a:gd name="connsiteY23" fmla="*/ 0 h 5795027"/>
                <a:gd name="connsiteX0" fmla="*/ 3723546 w 4282900"/>
                <a:gd name="connsiteY0" fmla="*/ 855573 h 5795027"/>
                <a:gd name="connsiteX1" fmla="*/ 4282900 w 4282900"/>
                <a:gd name="connsiteY1" fmla="*/ 2048959 h 5795027"/>
                <a:gd name="connsiteX2" fmla="*/ 4282900 w 4282900"/>
                <a:gd name="connsiteY2" fmla="*/ 2231503 h 5795027"/>
                <a:gd name="connsiteX3" fmla="*/ 4282900 w 4282900"/>
                <a:gd name="connsiteY3" fmla="*/ 2752557 h 5795027"/>
                <a:gd name="connsiteX4" fmla="*/ 4282900 w 4282900"/>
                <a:gd name="connsiteY4" fmla="*/ 3042471 h 5795027"/>
                <a:gd name="connsiteX5" fmla="*/ 4282900 w 4282900"/>
                <a:gd name="connsiteY5" fmla="*/ 3441681 h 5795027"/>
                <a:gd name="connsiteX6" fmla="*/ 4282900 w 4282900"/>
                <a:gd name="connsiteY6" fmla="*/ 3746068 h 5795027"/>
                <a:gd name="connsiteX7" fmla="*/ 3723546 w 4282900"/>
                <a:gd name="connsiteY7" fmla="*/ 4939455 h 5795027"/>
                <a:gd name="connsiteX8" fmla="*/ 2332829 w 4282900"/>
                <a:gd name="connsiteY8" fmla="*/ 5630311 h 5795027"/>
                <a:gd name="connsiteX9" fmla="*/ 2137940 w 4282900"/>
                <a:gd name="connsiteY9" fmla="*/ 5795027 h 5795027"/>
                <a:gd name="connsiteX10" fmla="*/ 1950069 w 4282900"/>
                <a:gd name="connsiteY10" fmla="*/ 5630311 h 5795027"/>
                <a:gd name="connsiteX11" fmla="*/ 559353 w 4282900"/>
                <a:gd name="connsiteY11" fmla="*/ 4939455 h 5795027"/>
                <a:gd name="connsiteX12" fmla="*/ 0 w 4282900"/>
                <a:gd name="connsiteY12" fmla="*/ 3746068 h 5795027"/>
                <a:gd name="connsiteX13" fmla="*/ 0 w 4282900"/>
                <a:gd name="connsiteY13" fmla="*/ 3441681 h 5795027"/>
                <a:gd name="connsiteX14" fmla="*/ 0 w 4282900"/>
                <a:gd name="connsiteY14" fmla="*/ 3042471 h 5795027"/>
                <a:gd name="connsiteX15" fmla="*/ 0 w 4282900"/>
                <a:gd name="connsiteY15" fmla="*/ 2752557 h 5795027"/>
                <a:gd name="connsiteX16" fmla="*/ 0 w 4282900"/>
                <a:gd name="connsiteY16" fmla="*/ 2231503 h 5795027"/>
                <a:gd name="connsiteX17" fmla="*/ 0 w 4282900"/>
                <a:gd name="connsiteY17" fmla="*/ 2048959 h 5795027"/>
                <a:gd name="connsiteX18" fmla="*/ 559354 w 4282900"/>
                <a:gd name="connsiteY18" fmla="*/ 855573 h 5795027"/>
                <a:gd name="connsiteX19" fmla="*/ 1950071 w 4282900"/>
                <a:gd name="connsiteY19" fmla="*/ 164715 h 5795027"/>
                <a:gd name="connsiteX20" fmla="*/ 2144960 w 4282900"/>
                <a:gd name="connsiteY20" fmla="*/ 0 h 5795027"/>
                <a:gd name="connsiteX21" fmla="*/ 2332832 w 4282900"/>
                <a:gd name="connsiteY21" fmla="*/ 164715 h 5795027"/>
                <a:gd name="connsiteX22" fmla="*/ 2976290 w 4282900"/>
                <a:gd name="connsiteY22" fmla="*/ 524033 h 5795027"/>
                <a:gd name="connsiteX23" fmla="*/ 3888635 w 4282900"/>
                <a:gd name="connsiteY23" fmla="*/ 1020662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2976290 w 4282900"/>
                <a:gd name="connsiteY21" fmla="*/ 524033 h 5795027"/>
                <a:gd name="connsiteX22" fmla="*/ 3888635 w 4282900"/>
                <a:gd name="connsiteY22" fmla="*/ 1020662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2976290 w 4282900"/>
                <a:gd name="connsiteY21" fmla="*/ 524033 h 5795027"/>
                <a:gd name="connsiteX0" fmla="*/ 4282900 w 4282900"/>
                <a:gd name="connsiteY0" fmla="*/ 2231503 h 5795027"/>
                <a:gd name="connsiteX1" fmla="*/ 4282900 w 4282900"/>
                <a:gd name="connsiteY1" fmla="*/ 2752557 h 5795027"/>
                <a:gd name="connsiteX2" fmla="*/ 4282900 w 4282900"/>
                <a:gd name="connsiteY2" fmla="*/ 3042471 h 5795027"/>
                <a:gd name="connsiteX3" fmla="*/ 4282900 w 4282900"/>
                <a:gd name="connsiteY3" fmla="*/ 3441681 h 5795027"/>
                <a:gd name="connsiteX4" fmla="*/ 4282900 w 4282900"/>
                <a:gd name="connsiteY4" fmla="*/ 3746068 h 5795027"/>
                <a:gd name="connsiteX5" fmla="*/ 3723546 w 4282900"/>
                <a:gd name="connsiteY5" fmla="*/ 4939455 h 5795027"/>
                <a:gd name="connsiteX6" fmla="*/ 2332829 w 4282900"/>
                <a:gd name="connsiteY6" fmla="*/ 5630311 h 5795027"/>
                <a:gd name="connsiteX7" fmla="*/ 2137940 w 4282900"/>
                <a:gd name="connsiteY7" fmla="*/ 5795027 h 5795027"/>
                <a:gd name="connsiteX8" fmla="*/ 1950069 w 4282900"/>
                <a:gd name="connsiteY8" fmla="*/ 5630311 h 5795027"/>
                <a:gd name="connsiteX9" fmla="*/ 559353 w 4282900"/>
                <a:gd name="connsiteY9" fmla="*/ 4939455 h 5795027"/>
                <a:gd name="connsiteX10" fmla="*/ 0 w 4282900"/>
                <a:gd name="connsiteY10" fmla="*/ 3746068 h 5795027"/>
                <a:gd name="connsiteX11" fmla="*/ 0 w 4282900"/>
                <a:gd name="connsiteY11" fmla="*/ 3441681 h 5795027"/>
                <a:gd name="connsiteX12" fmla="*/ 0 w 4282900"/>
                <a:gd name="connsiteY12" fmla="*/ 3042471 h 5795027"/>
                <a:gd name="connsiteX13" fmla="*/ 0 w 4282900"/>
                <a:gd name="connsiteY13" fmla="*/ 2752557 h 5795027"/>
                <a:gd name="connsiteX14" fmla="*/ 0 w 4282900"/>
                <a:gd name="connsiteY14" fmla="*/ 2231503 h 5795027"/>
                <a:gd name="connsiteX15" fmla="*/ 0 w 4282900"/>
                <a:gd name="connsiteY15" fmla="*/ 2048959 h 5795027"/>
                <a:gd name="connsiteX16" fmla="*/ 559354 w 4282900"/>
                <a:gd name="connsiteY16" fmla="*/ 855573 h 5795027"/>
                <a:gd name="connsiteX17" fmla="*/ 1950071 w 4282900"/>
                <a:gd name="connsiteY17" fmla="*/ 164715 h 5795027"/>
                <a:gd name="connsiteX18" fmla="*/ 2144960 w 4282900"/>
                <a:gd name="connsiteY18" fmla="*/ 0 h 5795027"/>
                <a:gd name="connsiteX19" fmla="*/ 2332832 w 4282900"/>
                <a:gd name="connsiteY19" fmla="*/ 164715 h 5795027"/>
                <a:gd name="connsiteX20" fmla="*/ 2976290 w 4282900"/>
                <a:gd name="connsiteY20" fmla="*/ 524033 h 5795027"/>
                <a:gd name="connsiteX0" fmla="*/ 4282900 w 4282900"/>
                <a:gd name="connsiteY0" fmla="*/ 2752557 h 5795027"/>
                <a:gd name="connsiteX1" fmla="*/ 4282900 w 4282900"/>
                <a:gd name="connsiteY1" fmla="*/ 3042471 h 5795027"/>
                <a:gd name="connsiteX2" fmla="*/ 4282900 w 4282900"/>
                <a:gd name="connsiteY2" fmla="*/ 3441681 h 5795027"/>
                <a:gd name="connsiteX3" fmla="*/ 4282900 w 4282900"/>
                <a:gd name="connsiteY3" fmla="*/ 3746068 h 5795027"/>
                <a:gd name="connsiteX4" fmla="*/ 3723546 w 4282900"/>
                <a:gd name="connsiteY4" fmla="*/ 4939455 h 5795027"/>
                <a:gd name="connsiteX5" fmla="*/ 2332829 w 4282900"/>
                <a:gd name="connsiteY5" fmla="*/ 5630311 h 5795027"/>
                <a:gd name="connsiteX6" fmla="*/ 2137940 w 4282900"/>
                <a:gd name="connsiteY6" fmla="*/ 5795027 h 5795027"/>
                <a:gd name="connsiteX7" fmla="*/ 1950069 w 4282900"/>
                <a:gd name="connsiteY7" fmla="*/ 5630311 h 5795027"/>
                <a:gd name="connsiteX8" fmla="*/ 559353 w 4282900"/>
                <a:gd name="connsiteY8" fmla="*/ 4939455 h 5795027"/>
                <a:gd name="connsiteX9" fmla="*/ 0 w 4282900"/>
                <a:gd name="connsiteY9" fmla="*/ 3746068 h 5795027"/>
                <a:gd name="connsiteX10" fmla="*/ 0 w 4282900"/>
                <a:gd name="connsiteY10" fmla="*/ 3441681 h 5795027"/>
                <a:gd name="connsiteX11" fmla="*/ 0 w 4282900"/>
                <a:gd name="connsiteY11" fmla="*/ 3042471 h 5795027"/>
                <a:gd name="connsiteX12" fmla="*/ 0 w 4282900"/>
                <a:gd name="connsiteY12" fmla="*/ 2752557 h 5795027"/>
                <a:gd name="connsiteX13" fmla="*/ 0 w 4282900"/>
                <a:gd name="connsiteY13" fmla="*/ 2231503 h 5795027"/>
                <a:gd name="connsiteX14" fmla="*/ 0 w 4282900"/>
                <a:gd name="connsiteY14" fmla="*/ 2048959 h 5795027"/>
                <a:gd name="connsiteX15" fmla="*/ 559354 w 4282900"/>
                <a:gd name="connsiteY15" fmla="*/ 855573 h 5795027"/>
                <a:gd name="connsiteX16" fmla="*/ 1950071 w 4282900"/>
                <a:gd name="connsiteY16" fmla="*/ 164715 h 5795027"/>
                <a:gd name="connsiteX17" fmla="*/ 2144960 w 4282900"/>
                <a:gd name="connsiteY17" fmla="*/ 0 h 5795027"/>
                <a:gd name="connsiteX18" fmla="*/ 2332832 w 4282900"/>
                <a:gd name="connsiteY18" fmla="*/ 164715 h 5795027"/>
                <a:gd name="connsiteX19" fmla="*/ 2976290 w 4282900"/>
                <a:gd name="connsiteY19" fmla="*/ 524033 h 5795027"/>
                <a:gd name="connsiteX0" fmla="*/ 4282900 w 4282900"/>
                <a:gd name="connsiteY0" fmla="*/ 3042471 h 5795027"/>
                <a:gd name="connsiteX1" fmla="*/ 4282900 w 4282900"/>
                <a:gd name="connsiteY1" fmla="*/ 3441681 h 5795027"/>
                <a:gd name="connsiteX2" fmla="*/ 4282900 w 4282900"/>
                <a:gd name="connsiteY2" fmla="*/ 3746068 h 5795027"/>
                <a:gd name="connsiteX3" fmla="*/ 3723546 w 4282900"/>
                <a:gd name="connsiteY3" fmla="*/ 4939455 h 5795027"/>
                <a:gd name="connsiteX4" fmla="*/ 2332829 w 4282900"/>
                <a:gd name="connsiteY4" fmla="*/ 5630311 h 5795027"/>
                <a:gd name="connsiteX5" fmla="*/ 2137940 w 4282900"/>
                <a:gd name="connsiteY5" fmla="*/ 5795027 h 5795027"/>
                <a:gd name="connsiteX6" fmla="*/ 1950069 w 4282900"/>
                <a:gd name="connsiteY6" fmla="*/ 5630311 h 5795027"/>
                <a:gd name="connsiteX7" fmla="*/ 559353 w 4282900"/>
                <a:gd name="connsiteY7" fmla="*/ 4939455 h 5795027"/>
                <a:gd name="connsiteX8" fmla="*/ 0 w 4282900"/>
                <a:gd name="connsiteY8" fmla="*/ 3746068 h 5795027"/>
                <a:gd name="connsiteX9" fmla="*/ 0 w 4282900"/>
                <a:gd name="connsiteY9" fmla="*/ 3441681 h 5795027"/>
                <a:gd name="connsiteX10" fmla="*/ 0 w 4282900"/>
                <a:gd name="connsiteY10" fmla="*/ 3042471 h 5795027"/>
                <a:gd name="connsiteX11" fmla="*/ 0 w 4282900"/>
                <a:gd name="connsiteY11" fmla="*/ 2752557 h 5795027"/>
                <a:gd name="connsiteX12" fmla="*/ 0 w 4282900"/>
                <a:gd name="connsiteY12" fmla="*/ 2231503 h 5795027"/>
                <a:gd name="connsiteX13" fmla="*/ 0 w 4282900"/>
                <a:gd name="connsiteY13" fmla="*/ 2048959 h 5795027"/>
                <a:gd name="connsiteX14" fmla="*/ 559354 w 4282900"/>
                <a:gd name="connsiteY14" fmla="*/ 855573 h 5795027"/>
                <a:gd name="connsiteX15" fmla="*/ 1950071 w 4282900"/>
                <a:gd name="connsiteY15" fmla="*/ 164715 h 5795027"/>
                <a:gd name="connsiteX16" fmla="*/ 2144960 w 4282900"/>
                <a:gd name="connsiteY16" fmla="*/ 0 h 5795027"/>
                <a:gd name="connsiteX17" fmla="*/ 2332832 w 4282900"/>
                <a:gd name="connsiteY17" fmla="*/ 164715 h 5795027"/>
                <a:gd name="connsiteX18" fmla="*/ 2976290 w 4282900"/>
                <a:gd name="connsiteY18" fmla="*/ 524033 h 5795027"/>
                <a:gd name="connsiteX0" fmla="*/ 4282900 w 4282900"/>
                <a:gd name="connsiteY0" fmla="*/ 3441681 h 5795027"/>
                <a:gd name="connsiteX1" fmla="*/ 4282900 w 4282900"/>
                <a:gd name="connsiteY1" fmla="*/ 3746068 h 5795027"/>
                <a:gd name="connsiteX2" fmla="*/ 3723546 w 4282900"/>
                <a:gd name="connsiteY2" fmla="*/ 4939455 h 5795027"/>
                <a:gd name="connsiteX3" fmla="*/ 2332829 w 4282900"/>
                <a:gd name="connsiteY3" fmla="*/ 5630311 h 5795027"/>
                <a:gd name="connsiteX4" fmla="*/ 2137940 w 4282900"/>
                <a:gd name="connsiteY4" fmla="*/ 5795027 h 5795027"/>
                <a:gd name="connsiteX5" fmla="*/ 1950069 w 4282900"/>
                <a:gd name="connsiteY5" fmla="*/ 5630311 h 5795027"/>
                <a:gd name="connsiteX6" fmla="*/ 559353 w 4282900"/>
                <a:gd name="connsiteY6" fmla="*/ 4939455 h 5795027"/>
                <a:gd name="connsiteX7" fmla="*/ 0 w 4282900"/>
                <a:gd name="connsiteY7" fmla="*/ 3746068 h 5795027"/>
                <a:gd name="connsiteX8" fmla="*/ 0 w 4282900"/>
                <a:gd name="connsiteY8" fmla="*/ 3441681 h 5795027"/>
                <a:gd name="connsiteX9" fmla="*/ 0 w 4282900"/>
                <a:gd name="connsiteY9" fmla="*/ 3042471 h 5795027"/>
                <a:gd name="connsiteX10" fmla="*/ 0 w 4282900"/>
                <a:gd name="connsiteY10" fmla="*/ 2752557 h 5795027"/>
                <a:gd name="connsiteX11" fmla="*/ 0 w 4282900"/>
                <a:gd name="connsiteY11" fmla="*/ 2231503 h 5795027"/>
                <a:gd name="connsiteX12" fmla="*/ 0 w 4282900"/>
                <a:gd name="connsiteY12" fmla="*/ 2048959 h 5795027"/>
                <a:gd name="connsiteX13" fmla="*/ 559354 w 4282900"/>
                <a:gd name="connsiteY13" fmla="*/ 855573 h 5795027"/>
                <a:gd name="connsiteX14" fmla="*/ 1950071 w 4282900"/>
                <a:gd name="connsiteY14" fmla="*/ 164715 h 5795027"/>
                <a:gd name="connsiteX15" fmla="*/ 2144960 w 4282900"/>
                <a:gd name="connsiteY15" fmla="*/ 0 h 5795027"/>
                <a:gd name="connsiteX16" fmla="*/ 2332832 w 4282900"/>
                <a:gd name="connsiteY16" fmla="*/ 164715 h 5795027"/>
                <a:gd name="connsiteX17" fmla="*/ 2976290 w 4282900"/>
                <a:gd name="connsiteY17" fmla="*/ 524033 h 5795027"/>
                <a:gd name="connsiteX0" fmla="*/ 4282900 w 4282900"/>
                <a:gd name="connsiteY0" fmla="*/ 3441681 h 5795027"/>
                <a:gd name="connsiteX1" fmla="*/ 3723546 w 4282900"/>
                <a:gd name="connsiteY1" fmla="*/ 4939455 h 5795027"/>
                <a:gd name="connsiteX2" fmla="*/ 2332829 w 4282900"/>
                <a:gd name="connsiteY2" fmla="*/ 5630311 h 5795027"/>
                <a:gd name="connsiteX3" fmla="*/ 2137940 w 4282900"/>
                <a:gd name="connsiteY3" fmla="*/ 5795027 h 5795027"/>
                <a:gd name="connsiteX4" fmla="*/ 1950069 w 4282900"/>
                <a:gd name="connsiteY4" fmla="*/ 5630311 h 5795027"/>
                <a:gd name="connsiteX5" fmla="*/ 559353 w 4282900"/>
                <a:gd name="connsiteY5" fmla="*/ 4939455 h 5795027"/>
                <a:gd name="connsiteX6" fmla="*/ 0 w 4282900"/>
                <a:gd name="connsiteY6" fmla="*/ 3746068 h 5795027"/>
                <a:gd name="connsiteX7" fmla="*/ 0 w 4282900"/>
                <a:gd name="connsiteY7" fmla="*/ 3441681 h 5795027"/>
                <a:gd name="connsiteX8" fmla="*/ 0 w 4282900"/>
                <a:gd name="connsiteY8" fmla="*/ 3042471 h 5795027"/>
                <a:gd name="connsiteX9" fmla="*/ 0 w 4282900"/>
                <a:gd name="connsiteY9" fmla="*/ 2752557 h 5795027"/>
                <a:gd name="connsiteX10" fmla="*/ 0 w 4282900"/>
                <a:gd name="connsiteY10" fmla="*/ 2231503 h 5795027"/>
                <a:gd name="connsiteX11" fmla="*/ 0 w 4282900"/>
                <a:gd name="connsiteY11" fmla="*/ 2048959 h 5795027"/>
                <a:gd name="connsiteX12" fmla="*/ 559354 w 4282900"/>
                <a:gd name="connsiteY12" fmla="*/ 855573 h 5795027"/>
                <a:gd name="connsiteX13" fmla="*/ 1950071 w 4282900"/>
                <a:gd name="connsiteY13" fmla="*/ 164715 h 5795027"/>
                <a:gd name="connsiteX14" fmla="*/ 2144960 w 4282900"/>
                <a:gd name="connsiteY14" fmla="*/ 0 h 5795027"/>
                <a:gd name="connsiteX15" fmla="*/ 2332832 w 4282900"/>
                <a:gd name="connsiteY15" fmla="*/ 164715 h 5795027"/>
                <a:gd name="connsiteX16" fmla="*/ 2976290 w 4282900"/>
                <a:gd name="connsiteY16" fmla="*/ 524033 h 5795027"/>
                <a:gd name="connsiteX0" fmla="*/ 3723546 w 3723546"/>
                <a:gd name="connsiteY0" fmla="*/ 4939455 h 5795027"/>
                <a:gd name="connsiteX1" fmla="*/ 2332829 w 3723546"/>
                <a:gd name="connsiteY1" fmla="*/ 5630311 h 5795027"/>
                <a:gd name="connsiteX2" fmla="*/ 2137940 w 3723546"/>
                <a:gd name="connsiteY2" fmla="*/ 5795027 h 5795027"/>
                <a:gd name="connsiteX3" fmla="*/ 1950069 w 3723546"/>
                <a:gd name="connsiteY3" fmla="*/ 5630311 h 5795027"/>
                <a:gd name="connsiteX4" fmla="*/ 559353 w 3723546"/>
                <a:gd name="connsiteY4" fmla="*/ 4939455 h 5795027"/>
                <a:gd name="connsiteX5" fmla="*/ 0 w 3723546"/>
                <a:gd name="connsiteY5" fmla="*/ 3746068 h 5795027"/>
                <a:gd name="connsiteX6" fmla="*/ 0 w 3723546"/>
                <a:gd name="connsiteY6" fmla="*/ 3441681 h 5795027"/>
                <a:gd name="connsiteX7" fmla="*/ 0 w 3723546"/>
                <a:gd name="connsiteY7" fmla="*/ 3042471 h 5795027"/>
                <a:gd name="connsiteX8" fmla="*/ 0 w 3723546"/>
                <a:gd name="connsiteY8" fmla="*/ 2752557 h 5795027"/>
                <a:gd name="connsiteX9" fmla="*/ 0 w 3723546"/>
                <a:gd name="connsiteY9" fmla="*/ 2231503 h 5795027"/>
                <a:gd name="connsiteX10" fmla="*/ 0 w 3723546"/>
                <a:gd name="connsiteY10" fmla="*/ 2048959 h 5795027"/>
                <a:gd name="connsiteX11" fmla="*/ 559354 w 3723546"/>
                <a:gd name="connsiteY11" fmla="*/ 855573 h 5795027"/>
                <a:gd name="connsiteX12" fmla="*/ 1950071 w 3723546"/>
                <a:gd name="connsiteY12" fmla="*/ 164715 h 5795027"/>
                <a:gd name="connsiteX13" fmla="*/ 2144960 w 3723546"/>
                <a:gd name="connsiteY13" fmla="*/ 0 h 5795027"/>
                <a:gd name="connsiteX14" fmla="*/ 2332832 w 3723546"/>
                <a:gd name="connsiteY14" fmla="*/ 164715 h 5795027"/>
                <a:gd name="connsiteX15" fmla="*/ 2976290 w 3723546"/>
                <a:gd name="connsiteY15" fmla="*/ 524033 h 5795027"/>
                <a:gd name="connsiteX0" fmla="*/ 3723546 w 3723546"/>
                <a:gd name="connsiteY0" fmla="*/ 4939455 h 5795027"/>
                <a:gd name="connsiteX1" fmla="*/ 2989878 w 3723546"/>
                <a:gd name="connsiteY1" fmla="*/ 5266109 h 5795027"/>
                <a:gd name="connsiteX2" fmla="*/ 2332829 w 3723546"/>
                <a:gd name="connsiteY2" fmla="*/ 5630311 h 5795027"/>
                <a:gd name="connsiteX3" fmla="*/ 2137940 w 3723546"/>
                <a:gd name="connsiteY3" fmla="*/ 5795027 h 5795027"/>
                <a:gd name="connsiteX4" fmla="*/ 1950069 w 3723546"/>
                <a:gd name="connsiteY4" fmla="*/ 5630311 h 5795027"/>
                <a:gd name="connsiteX5" fmla="*/ 559353 w 3723546"/>
                <a:gd name="connsiteY5" fmla="*/ 4939455 h 5795027"/>
                <a:gd name="connsiteX6" fmla="*/ 0 w 3723546"/>
                <a:gd name="connsiteY6" fmla="*/ 3746068 h 5795027"/>
                <a:gd name="connsiteX7" fmla="*/ 0 w 3723546"/>
                <a:gd name="connsiteY7" fmla="*/ 3441681 h 5795027"/>
                <a:gd name="connsiteX8" fmla="*/ 0 w 3723546"/>
                <a:gd name="connsiteY8" fmla="*/ 3042471 h 5795027"/>
                <a:gd name="connsiteX9" fmla="*/ 0 w 3723546"/>
                <a:gd name="connsiteY9" fmla="*/ 2752557 h 5795027"/>
                <a:gd name="connsiteX10" fmla="*/ 0 w 3723546"/>
                <a:gd name="connsiteY10" fmla="*/ 2231503 h 5795027"/>
                <a:gd name="connsiteX11" fmla="*/ 0 w 3723546"/>
                <a:gd name="connsiteY11" fmla="*/ 2048959 h 5795027"/>
                <a:gd name="connsiteX12" fmla="*/ 559354 w 3723546"/>
                <a:gd name="connsiteY12" fmla="*/ 855573 h 5795027"/>
                <a:gd name="connsiteX13" fmla="*/ 1950071 w 3723546"/>
                <a:gd name="connsiteY13" fmla="*/ 164715 h 5795027"/>
                <a:gd name="connsiteX14" fmla="*/ 2144960 w 3723546"/>
                <a:gd name="connsiteY14" fmla="*/ 0 h 5795027"/>
                <a:gd name="connsiteX15" fmla="*/ 2332832 w 3723546"/>
                <a:gd name="connsiteY15" fmla="*/ 164715 h 5795027"/>
                <a:gd name="connsiteX16" fmla="*/ 2976290 w 3723546"/>
                <a:gd name="connsiteY16" fmla="*/ 524033 h 5795027"/>
                <a:gd name="connsiteX0" fmla="*/ 2989878 w 2989878"/>
                <a:gd name="connsiteY0" fmla="*/ 5266109 h 5795027"/>
                <a:gd name="connsiteX1" fmla="*/ 2332829 w 2989878"/>
                <a:gd name="connsiteY1" fmla="*/ 5630311 h 5795027"/>
                <a:gd name="connsiteX2" fmla="*/ 2137940 w 2989878"/>
                <a:gd name="connsiteY2" fmla="*/ 5795027 h 5795027"/>
                <a:gd name="connsiteX3" fmla="*/ 1950069 w 2989878"/>
                <a:gd name="connsiteY3" fmla="*/ 5630311 h 5795027"/>
                <a:gd name="connsiteX4" fmla="*/ 559353 w 2989878"/>
                <a:gd name="connsiteY4" fmla="*/ 4939455 h 5795027"/>
                <a:gd name="connsiteX5" fmla="*/ 0 w 2989878"/>
                <a:gd name="connsiteY5" fmla="*/ 3746068 h 5795027"/>
                <a:gd name="connsiteX6" fmla="*/ 0 w 2989878"/>
                <a:gd name="connsiteY6" fmla="*/ 3441681 h 5795027"/>
                <a:gd name="connsiteX7" fmla="*/ 0 w 2989878"/>
                <a:gd name="connsiteY7" fmla="*/ 3042471 h 5795027"/>
                <a:gd name="connsiteX8" fmla="*/ 0 w 2989878"/>
                <a:gd name="connsiteY8" fmla="*/ 2752557 h 5795027"/>
                <a:gd name="connsiteX9" fmla="*/ 0 w 2989878"/>
                <a:gd name="connsiteY9" fmla="*/ 2231503 h 5795027"/>
                <a:gd name="connsiteX10" fmla="*/ 0 w 2989878"/>
                <a:gd name="connsiteY10" fmla="*/ 2048959 h 5795027"/>
                <a:gd name="connsiteX11" fmla="*/ 559354 w 2989878"/>
                <a:gd name="connsiteY11" fmla="*/ 855573 h 5795027"/>
                <a:gd name="connsiteX12" fmla="*/ 1950071 w 2989878"/>
                <a:gd name="connsiteY12" fmla="*/ 164715 h 5795027"/>
                <a:gd name="connsiteX13" fmla="*/ 2144960 w 2989878"/>
                <a:gd name="connsiteY13" fmla="*/ 0 h 5795027"/>
                <a:gd name="connsiteX14" fmla="*/ 2332832 w 2989878"/>
                <a:gd name="connsiteY14" fmla="*/ 164715 h 5795027"/>
                <a:gd name="connsiteX15" fmla="*/ 2976290 w 2989878"/>
                <a:gd name="connsiteY15" fmla="*/ 524033 h 5795027"/>
                <a:gd name="connsiteX0" fmla="*/ 2989878 w 2989878"/>
                <a:gd name="connsiteY0" fmla="*/ 5266109 h 5795027"/>
                <a:gd name="connsiteX1" fmla="*/ 2332829 w 2989878"/>
                <a:gd name="connsiteY1" fmla="*/ 5630311 h 5795027"/>
                <a:gd name="connsiteX2" fmla="*/ 2137940 w 2989878"/>
                <a:gd name="connsiteY2" fmla="*/ 5795027 h 5795027"/>
                <a:gd name="connsiteX3" fmla="*/ 1950069 w 2989878"/>
                <a:gd name="connsiteY3" fmla="*/ 5630311 h 5795027"/>
                <a:gd name="connsiteX4" fmla="*/ 559353 w 2989878"/>
                <a:gd name="connsiteY4" fmla="*/ 4939455 h 5795027"/>
                <a:gd name="connsiteX5" fmla="*/ 0 w 2989878"/>
                <a:gd name="connsiteY5" fmla="*/ 3746068 h 5795027"/>
                <a:gd name="connsiteX6" fmla="*/ 0 w 2989878"/>
                <a:gd name="connsiteY6" fmla="*/ 3441681 h 5795027"/>
                <a:gd name="connsiteX7" fmla="*/ 0 w 2989878"/>
                <a:gd name="connsiteY7" fmla="*/ 3042471 h 5795027"/>
                <a:gd name="connsiteX8" fmla="*/ 0 w 2989878"/>
                <a:gd name="connsiteY8" fmla="*/ 2752557 h 5795027"/>
                <a:gd name="connsiteX9" fmla="*/ 0 w 2989878"/>
                <a:gd name="connsiteY9" fmla="*/ 2231503 h 5795027"/>
                <a:gd name="connsiteX10" fmla="*/ 0 w 2989878"/>
                <a:gd name="connsiteY10" fmla="*/ 2048959 h 5795027"/>
                <a:gd name="connsiteX11" fmla="*/ 559354 w 2989878"/>
                <a:gd name="connsiteY11" fmla="*/ 855573 h 5795027"/>
                <a:gd name="connsiteX12" fmla="*/ 1950071 w 2989878"/>
                <a:gd name="connsiteY12" fmla="*/ 164715 h 5795027"/>
                <a:gd name="connsiteX13" fmla="*/ 2144960 w 2989878"/>
                <a:gd name="connsiteY13" fmla="*/ 0 h 5795027"/>
                <a:gd name="connsiteX14" fmla="*/ 2332832 w 2989878"/>
                <a:gd name="connsiteY14" fmla="*/ 164715 h 5795027"/>
                <a:gd name="connsiteX15" fmla="*/ 2976290 w 2989878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87296"/>
                <a:gd name="connsiteY0" fmla="*/ 5266109 h 5795027"/>
                <a:gd name="connsiteX1" fmla="*/ 2332829 w 2987296"/>
                <a:gd name="connsiteY1" fmla="*/ 5630311 h 5795027"/>
                <a:gd name="connsiteX2" fmla="*/ 2137940 w 2987296"/>
                <a:gd name="connsiteY2" fmla="*/ 5795027 h 5795027"/>
                <a:gd name="connsiteX3" fmla="*/ 1950069 w 2987296"/>
                <a:gd name="connsiteY3" fmla="*/ 5630311 h 5795027"/>
                <a:gd name="connsiteX4" fmla="*/ 559353 w 2987296"/>
                <a:gd name="connsiteY4" fmla="*/ 4939455 h 5795027"/>
                <a:gd name="connsiteX5" fmla="*/ 0 w 2987296"/>
                <a:gd name="connsiteY5" fmla="*/ 3746068 h 5795027"/>
                <a:gd name="connsiteX6" fmla="*/ 0 w 2987296"/>
                <a:gd name="connsiteY6" fmla="*/ 3441681 h 5795027"/>
                <a:gd name="connsiteX7" fmla="*/ 0 w 2987296"/>
                <a:gd name="connsiteY7" fmla="*/ 3042471 h 5795027"/>
                <a:gd name="connsiteX8" fmla="*/ 0 w 2987296"/>
                <a:gd name="connsiteY8" fmla="*/ 2752557 h 5795027"/>
                <a:gd name="connsiteX9" fmla="*/ 0 w 2987296"/>
                <a:gd name="connsiteY9" fmla="*/ 2231503 h 5795027"/>
                <a:gd name="connsiteX10" fmla="*/ 0 w 2987296"/>
                <a:gd name="connsiteY10" fmla="*/ 2048959 h 5795027"/>
                <a:gd name="connsiteX11" fmla="*/ 559354 w 2987296"/>
                <a:gd name="connsiteY11" fmla="*/ 855573 h 5795027"/>
                <a:gd name="connsiteX12" fmla="*/ 1950071 w 2987296"/>
                <a:gd name="connsiteY12" fmla="*/ 164715 h 5795027"/>
                <a:gd name="connsiteX13" fmla="*/ 2144960 w 2987296"/>
                <a:gd name="connsiteY13" fmla="*/ 0 h 5795027"/>
                <a:gd name="connsiteX14" fmla="*/ 2332832 w 2987296"/>
                <a:gd name="connsiteY14" fmla="*/ 164715 h 5795027"/>
                <a:gd name="connsiteX15" fmla="*/ 2987296 w 2987296"/>
                <a:gd name="connsiteY15" fmla="*/ 557051 h 5795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987296" h="5795027">
                  <a:moveTo>
                    <a:pt x="2955049" y="5266109"/>
                  </a:moveTo>
                  <a:cubicBezTo>
                    <a:pt x="2737194" y="5332489"/>
                    <a:pt x="2474819" y="5542158"/>
                    <a:pt x="2332829" y="5630311"/>
                  </a:cubicBezTo>
                  <a:lnTo>
                    <a:pt x="2137940" y="5795027"/>
                  </a:lnTo>
                  <a:lnTo>
                    <a:pt x="1950069" y="5630311"/>
                  </a:lnTo>
                  <a:cubicBezTo>
                    <a:pt x="1484225" y="5270318"/>
                    <a:pt x="959280" y="5171158"/>
                    <a:pt x="559353" y="4939455"/>
                  </a:cubicBezTo>
                  <a:cubicBezTo>
                    <a:pt x="174796" y="4670559"/>
                    <a:pt x="0" y="4362177"/>
                    <a:pt x="0" y="3746068"/>
                  </a:cubicBezTo>
                  <a:lnTo>
                    <a:pt x="0" y="3441681"/>
                  </a:lnTo>
                  <a:lnTo>
                    <a:pt x="0" y="3042471"/>
                  </a:lnTo>
                  <a:lnTo>
                    <a:pt x="0" y="2752557"/>
                  </a:lnTo>
                  <a:lnTo>
                    <a:pt x="0" y="2231503"/>
                  </a:lnTo>
                  <a:lnTo>
                    <a:pt x="0" y="2048959"/>
                  </a:lnTo>
                  <a:cubicBezTo>
                    <a:pt x="0" y="1432851"/>
                    <a:pt x="174797" y="1124469"/>
                    <a:pt x="559354" y="855573"/>
                  </a:cubicBezTo>
                  <a:cubicBezTo>
                    <a:pt x="959283" y="623869"/>
                    <a:pt x="1484227" y="524709"/>
                    <a:pt x="1950071" y="164715"/>
                  </a:cubicBezTo>
                  <a:lnTo>
                    <a:pt x="2144960" y="0"/>
                  </a:lnTo>
                  <a:lnTo>
                    <a:pt x="2332832" y="164715"/>
                  </a:lnTo>
                  <a:cubicBezTo>
                    <a:pt x="2471387" y="252054"/>
                    <a:pt x="2755510" y="441908"/>
                    <a:pt x="2987296" y="557051"/>
                  </a:cubicBezTo>
                </a:path>
              </a:pathLst>
            </a:custGeom>
            <a:noFill/>
            <a:ln w="25400" cap="rnd">
              <a:solidFill>
                <a:schemeClr val="bg2">
                  <a:lumMod val="75000"/>
                  <a:alpha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546BFEE-D3D9-4B18-BA88-49F7C7D26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8186" y="959587"/>
            <a:ext cx="9076329" cy="106427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EA5BD3-1A63-4F94-ADFA-5CA2A414DE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148186" y="2248257"/>
            <a:ext cx="9076329" cy="365015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1888E-6FA1-446E-A77C-7D26923F6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3313F-58CA-4397-A3B4-71B068D1E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C6AB3-89E2-4B6A-A5F3-3FB781C1A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84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7BC2869-B8E0-44C7-801E-BA0C2C1B5E82}"/>
              </a:ext>
            </a:extLst>
          </p:cNvPr>
          <p:cNvGrpSpPr/>
          <p:nvPr/>
        </p:nvGrpSpPr>
        <p:grpSpPr>
          <a:xfrm rot="10800000">
            <a:off x="0" y="1827078"/>
            <a:ext cx="2926300" cy="5030922"/>
            <a:chOff x="9265700" y="2026"/>
            <a:chExt cx="2926300" cy="503092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A7CEB8F-94FA-4A87-AA80-066173AA5C57}"/>
                </a:ext>
              </a:extLst>
            </p:cNvPr>
            <p:cNvSpPr/>
            <p:nvPr/>
          </p:nvSpPr>
          <p:spPr>
            <a:xfrm>
              <a:off x="9326904" y="2026"/>
              <a:ext cx="2249810" cy="2294745"/>
            </a:xfrm>
            <a:custGeom>
              <a:avLst/>
              <a:gdLst>
                <a:gd name="connsiteX0" fmla="*/ 49162 w 2249810"/>
                <a:gd name="connsiteY0" fmla="*/ 0 h 2294745"/>
                <a:gd name="connsiteX1" fmla="*/ 2200648 w 2249810"/>
                <a:gd name="connsiteY1" fmla="*/ 0 h 2294745"/>
                <a:gd name="connsiteX2" fmla="*/ 2210105 w 2249810"/>
                <a:gd name="connsiteY2" fmla="*/ 23601 h 2294745"/>
                <a:gd name="connsiteX3" fmla="*/ 2249810 w 2249810"/>
                <a:gd name="connsiteY3" fmla="*/ 326934 h 2294745"/>
                <a:gd name="connsiteX4" fmla="*/ 2249810 w 2249810"/>
                <a:gd name="connsiteY4" fmla="*/ 422824 h 2294745"/>
                <a:gd name="connsiteX5" fmla="*/ 2249810 w 2249810"/>
                <a:gd name="connsiteY5" fmla="*/ 696534 h 2294745"/>
                <a:gd name="connsiteX6" fmla="*/ 2249810 w 2249810"/>
                <a:gd name="connsiteY6" fmla="*/ 848826 h 2294745"/>
                <a:gd name="connsiteX7" fmla="*/ 2249810 w 2249810"/>
                <a:gd name="connsiteY7" fmla="*/ 1058531 h 2294745"/>
                <a:gd name="connsiteX8" fmla="*/ 2249810 w 2249810"/>
                <a:gd name="connsiteY8" fmla="*/ 1218426 h 2294745"/>
                <a:gd name="connsiteX9" fmla="*/ 1955981 w 2249810"/>
                <a:gd name="connsiteY9" fmla="*/ 1845313 h 2294745"/>
                <a:gd name="connsiteX10" fmla="*/ 1225437 w 2249810"/>
                <a:gd name="connsiteY10" fmla="*/ 2208220 h 2294745"/>
                <a:gd name="connsiteX11" fmla="*/ 1123061 w 2249810"/>
                <a:gd name="connsiteY11" fmla="*/ 2294745 h 2294745"/>
                <a:gd name="connsiteX12" fmla="*/ 1024372 w 2249810"/>
                <a:gd name="connsiteY12" fmla="*/ 2208220 h 2294745"/>
                <a:gd name="connsiteX13" fmla="*/ 293828 w 2249810"/>
                <a:gd name="connsiteY13" fmla="*/ 1845313 h 2294745"/>
                <a:gd name="connsiteX14" fmla="*/ 0 w 2249810"/>
                <a:gd name="connsiteY14" fmla="*/ 1218426 h 2294745"/>
                <a:gd name="connsiteX15" fmla="*/ 0 w 2249810"/>
                <a:gd name="connsiteY15" fmla="*/ 1058531 h 2294745"/>
                <a:gd name="connsiteX16" fmla="*/ 0 w 2249810"/>
                <a:gd name="connsiteY16" fmla="*/ 848826 h 2294745"/>
                <a:gd name="connsiteX17" fmla="*/ 0 w 2249810"/>
                <a:gd name="connsiteY17" fmla="*/ 696534 h 2294745"/>
                <a:gd name="connsiteX18" fmla="*/ 0 w 2249810"/>
                <a:gd name="connsiteY18" fmla="*/ 422824 h 2294745"/>
                <a:gd name="connsiteX19" fmla="*/ 0 w 2249810"/>
                <a:gd name="connsiteY19" fmla="*/ 326934 h 2294745"/>
                <a:gd name="connsiteX20" fmla="*/ 39705 w 2249810"/>
                <a:gd name="connsiteY20" fmla="*/ 23601 h 2294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49810" h="2294745">
                  <a:moveTo>
                    <a:pt x="49162" y="0"/>
                  </a:moveTo>
                  <a:lnTo>
                    <a:pt x="2200648" y="0"/>
                  </a:lnTo>
                  <a:lnTo>
                    <a:pt x="2210105" y="23601"/>
                  </a:lnTo>
                  <a:cubicBezTo>
                    <a:pt x="2236898" y="106934"/>
                    <a:pt x="2249810" y="205568"/>
                    <a:pt x="2249810" y="326934"/>
                  </a:cubicBezTo>
                  <a:lnTo>
                    <a:pt x="2249810" y="422824"/>
                  </a:lnTo>
                  <a:lnTo>
                    <a:pt x="2249810" y="696534"/>
                  </a:lnTo>
                  <a:lnTo>
                    <a:pt x="2249810" y="848826"/>
                  </a:lnTo>
                  <a:lnTo>
                    <a:pt x="2249810" y="1058531"/>
                  </a:lnTo>
                  <a:lnTo>
                    <a:pt x="2249810" y="1218426"/>
                  </a:lnTo>
                  <a:cubicBezTo>
                    <a:pt x="2249810" y="1542068"/>
                    <a:pt x="2157989" y="1704061"/>
                    <a:pt x="1955981" y="1845313"/>
                  </a:cubicBezTo>
                  <a:cubicBezTo>
                    <a:pt x="1745898" y="1967026"/>
                    <a:pt x="1470144" y="2019115"/>
                    <a:pt x="1225437" y="2208220"/>
                  </a:cubicBezTo>
                  <a:lnTo>
                    <a:pt x="1123061" y="2294745"/>
                  </a:lnTo>
                  <a:lnTo>
                    <a:pt x="1024372" y="2208220"/>
                  </a:lnTo>
                  <a:cubicBezTo>
                    <a:pt x="779664" y="2019115"/>
                    <a:pt x="503910" y="1967026"/>
                    <a:pt x="293828" y="1845313"/>
                  </a:cubicBezTo>
                  <a:cubicBezTo>
                    <a:pt x="91820" y="1704061"/>
                    <a:pt x="0" y="1542068"/>
                    <a:pt x="0" y="1218426"/>
                  </a:cubicBezTo>
                  <a:lnTo>
                    <a:pt x="0" y="1058531"/>
                  </a:lnTo>
                  <a:lnTo>
                    <a:pt x="0" y="848826"/>
                  </a:lnTo>
                  <a:lnTo>
                    <a:pt x="0" y="696534"/>
                  </a:lnTo>
                  <a:lnTo>
                    <a:pt x="0" y="422824"/>
                  </a:lnTo>
                  <a:lnTo>
                    <a:pt x="0" y="326934"/>
                  </a:lnTo>
                  <a:cubicBezTo>
                    <a:pt x="0" y="205568"/>
                    <a:pt x="12912" y="106934"/>
                    <a:pt x="39705" y="23601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1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4F9817E-A26F-4D7B-82A1-FA647EE4C86F}"/>
                </a:ext>
              </a:extLst>
            </p:cNvPr>
            <p:cNvSpPr/>
            <p:nvPr/>
          </p:nvSpPr>
          <p:spPr>
            <a:xfrm>
              <a:off x="10597154" y="1907348"/>
              <a:ext cx="1594846" cy="3044131"/>
            </a:xfrm>
            <a:custGeom>
              <a:avLst/>
              <a:gdLst>
                <a:gd name="connsiteX0" fmla="*/ 1126749 w 1594846"/>
                <a:gd name="connsiteY0" fmla="*/ 0 h 3044131"/>
                <a:gd name="connsiteX1" fmla="*/ 1225438 w 1594846"/>
                <a:gd name="connsiteY1" fmla="*/ 86525 h 3044131"/>
                <a:gd name="connsiteX2" fmla="*/ 1413279 w 1594846"/>
                <a:gd name="connsiteY2" fmla="*/ 205892 h 3044131"/>
                <a:gd name="connsiteX3" fmla="*/ 1594846 w 1594846"/>
                <a:gd name="connsiteY3" fmla="*/ 289191 h 3044131"/>
                <a:gd name="connsiteX4" fmla="*/ 1594846 w 1594846"/>
                <a:gd name="connsiteY4" fmla="*/ 2754939 h 3044131"/>
                <a:gd name="connsiteX5" fmla="*/ 1413277 w 1594846"/>
                <a:gd name="connsiteY5" fmla="*/ 2838239 h 3044131"/>
                <a:gd name="connsiteX6" fmla="*/ 1225436 w 1594846"/>
                <a:gd name="connsiteY6" fmla="*/ 2957606 h 3044131"/>
                <a:gd name="connsiteX7" fmla="*/ 1123061 w 1594846"/>
                <a:gd name="connsiteY7" fmla="*/ 3044131 h 3044131"/>
                <a:gd name="connsiteX8" fmla="*/ 1024372 w 1594846"/>
                <a:gd name="connsiteY8" fmla="*/ 2957606 h 3044131"/>
                <a:gd name="connsiteX9" fmla="*/ 293828 w 1594846"/>
                <a:gd name="connsiteY9" fmla="*/ 2594699 h 3044131"/>
                <a:gd name="connsiteX10" fmla="*/ 0 w 1594846"/>
                <a:gd name="connsiteY10" fmla="*/ 1967812 h 3044131"/>
                <a:gd name="connsiteX11" fmla="*/ 0 w 1594846"/>
                <a:gd name="connsiteY11" fmla="*/ 1807917 h 3044131"/>
                <a:gd name="connsiteX12" fmla="*/ 0 w 1594846"/>
                <a:gd name="connsiteY12" fmla="*/ 1598212 h 3044131"/>
                <a:gd name="connsiteX13" fmla="*/ 0 w 1594846"/>
                <a:gd name="connsiteY13" fmla="*/ 1445920 h 3044131"/>
                <a:gd name="connsiteX14" fmla="*/ 0 w 1594846"/>
                <a:gd name="connsiteY14" fmla="*/ 1172210 h 3044131"/>
                <a:gd name="connsiteX15" fmla="*/ 0 w 1594846"/>
                <a:gd name="connsiteY15" fmla="*/ 1076320 h 3044131"/>
                <a:gd name="connsiteX16" fmla="*/ 293829 w 1594846"/>
                <a:gd name="connsiteY16" fmla="*/ 449433 h 3044131"/>
                <a:gd name="connsiteX17" fmla="*/ 1024374 w 1594846"/>
                <a:gd name="connsiteY17" fmla="*/ 86525 h 304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94846" h="3044131">
                  <a:moveTo>
                    <a:pt x="1126749" y="0"/>
                  </a:moveTo>
                  <a:lnTo>
                    <a:pt x="1225438" y="86525"/>
                  </a:lnTo>
                  <a:cubicBezTo>
                    <a:pt x="1286615" y="133801"/>
                    <a:pt x="1349732" y="172514"/>
                    <a:pt x="1413279" y="205892"/>
                  </a:cubicBezTo>
                  <a:lnTo>
                    <a:pt x="1594846" y="289191"/>
                  </a:lnTo>
                  <a:lnTo>
                    <a:pt x="1594846" y="2754939"/>
                  </a:lnTo>
                  <a:lnTo>
                    <a:pt x="1413277" y="2838239"/>
                  </a:lnTo>
                  <a:cubicBezTo>
                    <a:pt x="1349730" y="2871617"/>
                    <a:pt x="1286613" y="2910330"/>
                    <a:pt x="1225436" y="2957606"/>
                  </a:cubicBezTo>
                  <a:lnTo>
                    <a:pt x="1123061" y="3044131"/>
                  </a:lnTo>
                  <a:lnTo>
                    <a:pt x="1024372" y="2957606"/>
                  </a:lnTo>
                  <a:cubicBezTo>
                    <a:pt x="779664" y="2768501"/>
                    <a:pt x="503910" y="2716412"/>
                    <a:pt x="293828" y="2594699"/>
                  </a:cubicBezTo>
                  <a:cubicBezTo>
                    <a:pt x="91820" y="2453447"/>
                    <a:pt x="0" y="2291454"/>
                    <a:pt x="0" y="1967812"/>
                  </a:cubicBezTo>
                  <a:lnTo>
                    <a:pt x="0" y="1807917"/>
                  </a:lnTo>
                  <a:lnTo>
                    <a:pt x="0" y="1598212"/>
                  </a:lnTo>
                  <a:lnTo>
                    <a:pt x="0" y="1445920"/>
                  </a:lnTo>
                  <a:lnTo>
                    <a:pt x="0" y="1172210"/>
                  </a:lnTo>
                  <a:lnTo>
                    <a:pt x="0" y="1076320"/>
                  </a:lnTo>
                  <a:cubicBezTo>
                    <a:pt x="0" y="752678"/>
                    <a:pt x="91821" y="590684"/>
                    <a:pt x="293829" y="449433"/>
                  </a:cubicBezTo>
                  <a:cubicBezTo>
                    <a:pt x="503912" y="327719"/>
                    <a:pt x="779665" y="275630"/>
                    <a:pt x="1024374" y="86525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E734839-B51C-4112-A4D8-DDFCB7F84A6F}"/>
                </a:ext>
              </a:extLst>
            </p:cNvPr>
            <p:cNvSpPr/>
            <p:nvPr/>
          </p:nvSpPr>
          <p:spPr>
            <a:xfrm>
              <a:off x="9265700" y="7622"/>
              <a:ext cx="2372219" cy="2371961"/>
            </a:xfrm>
            <a:custGeom>
              <a:avLst/>
              <a:gdLst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3723546 w 4282900"/>
                <a:gd name="connsiteY2" fmla="*/ 855573 h 5795027"/>
                <a:gd name="connsiteX3" fmla="*/ 4282900 w 4282900"/>
                <a:gd name="connsiteY3" fmla="*/ 2048959 h 5795027"/>
                <a:gd name="connsiteX4" fmla="*/ 4282900 w 4282900"/>
                <a:gd name="connsiteY4" fmla="*/ 2231503 h 5795027"/>
                <a:gd name="connsiteX5" fmla="*/ 4282900 w 4282900"/>
                <a:gd name="connsiteY5" fmla="*/ 2752557 h 5795027"/>
                <a:gd name="connsiteX6" fmla="*/ 4282900 w 4282900"/>
                <a:gd name="connsiteY6" fmla="*/ 3042471 h 5795027"/>
                <a:gd name="connsiteX7" fmla="*/ 4282900 w 4282900"/>
                <a:gd name="connsiteY7" fmla="*/ 3441681 h 5795027"/>
                <a:gd name="connsiteX8" fmla="*/ 4282900 w 4282900"/>
                <a:gd name="connsiteY8" fmla="*/ 3746068 h 5795027"/>
                <a:gd name="connsiteX9" fmla="*/ 3723546 w 4282900"/>
                <a:gd name="connsiteY9" fmla="*/ 4939455 h 5795027"/>
                <a:gd name="connsiteX10" fmla="*/ 2332829 w 4282900"/>
                <a:gd name="connsiteY10" fmla="*/ 5630311 h 5795027"/>
                <a:gd name="connsiteX11" fmla="*/ 2137940 w 4282900"/>
                <a:gd name="connsiteY11" fmla="*/ 5795027 h 5795027"/>
                <a:gd name="connsiteX12" fmla="*/ 1950069 w 4282900"/>
                <a:gd name="connsiteY12" fmla="*/ 5630311 h 5795027"/>
                <a:gd name="connsiteX13" fmla="*/ 559353 w 4282900"/>
                <a:gd name="connsiteY13" fmla="*/ 4939455 h 5795027"/>
                <a:gd name="connsiteX14" fmla="*/ 0 w 4282900"/>
                <a:gd name="connsiteY14" fmla="*/ 3746068 h 5795027"/>
                <a:gd name="connsiteX15" fmla="*/ 0 w 4282900"/>
                <a:gd name="connsiteY15" fmla="*/ 3441681 h 5795027"/>
                <a:gd name="connsiteX16" fmla="*/ 0 w 4282900"/>
                <a:gd name="connsiteY16" fmla="*/ 3042471 h 5795027"/>
                <a:gd name="connsiteX17" fmla="*/ 0 w 4282900"/>
                <a:gd name="connsiteY17" fmla="*/ 2752557 h 5795027"/>
                <a:gd name="connsiteX18" fmla="*/ 0 w 4282900"/>
                <a:gd name="connsiteY18" fmla="*/ 2231503 h 5795027"/>
                <a:gd name="connsiteX19" fmla="*/ 0 w 4282900"/>
                <a:gd name="connsiteY19" fmla="*/ 2048959 h 5795027"/>
                <a:gd name="connsiteX20" fmla="*/ 559354 w 4282900"/>
                <a:gd name="connsiteY20" fmla="*/ 855573 h 5795027"/>
                <a:gd name="connsiteX21" fmla="*/ 1950071 w 4282900"/>
                <a:gd name="connsiteY21" fmla="*/ 164715 h 5795027"/>
                <a:gd name="connsiteX0" fmla="*/ 4282900 w 4447989"/>
                <a:gd name="connsiteY0" fmla="*/ 2048959 h 5795027"/>
                <a:gd name="connsiteX1" fmla="*/ 4282900 w 4447989"/>
                <a:gd name="connsiteY1" fmla="*/ 2231503 h 5795027"/>
                <a:gd name="connsiteX2" fmla="*/ 4282900 w 4447989"/>
                <a:gd name="connsiteY2" fmla="*/ 2752557 h 5795027"/>
                <a:gd name="connsiteX3" fmla="*/ 4282900 w 4447989"/>
                <a:gd name="connsiteY3" fmla="*/ 3042471 h 5795027"/>
                <a:gd name="connsiteX4" fmla="*/ 4282900 w 4447989"/>
                <a:gd name="connsiteY4" fmla="*/ 3441681 h 5795027"/>
                <a:gd name="connsiteX5" fmla="*/ 4282900 w 4447989"/>
                <a:gd name="connsiteY5" fmla="*/ 3746068 h 5795027"/>
                <a:gd name="connsiteX6" fmla="*/ 3723546 w 4447989"/>
                <a:gd name="connsiteY6" fmla="*/ 4939455 h 5795027"/>
                <a:gd name="connsiteX7" fmla="*/ 2332829 w 4447989"/>
                <a:gd name="connsiteY7" fmla="*/ 5630311 h 5795027"/>
                <a:gd name="connsiteX8" fmla="*/ 2137940 w 4447989"/>
                <a:gd name="connsiteY8" fmla="*/ 5795027 h 5795027"/>
                <a:gd name="connsiteX9" fmla="*/ 1950069 w 4447989"/>
                <a:gd name="connsiteY9" fmla="*/ 5630311 h 5795027"/>
                <a:gd name="connsiteX10" fmla="*/ 559353 w 4447989"/>
                <a:gd name="connsiteY10" fmla="*/ 4939455 h 5795027"/>
                <a:gd name="connsiteX11" fmla="*/ 0 w 4447989"/>
                <a:gd name="connsiteY11" fmla="*/ 3746068 h 5795027"/>
                <a:gd name="connsiteX12" fmla="*/ 0 w 4447989"/>
                <a:gd name="connsiteY12" fmla="*/ 3441681 h 5795027"/>
                <a:gd name="connsiteX13" fmla="*/ 0 w 4447989"/>
                <a:gd name="connsiteY13" fmla="*/ 3042471 h 5795027"/>
                <a:gd name="connsiteX14" fmla="*/ 0 w 4447989"/>
                <a:gd name="connsiteY14" fmla="*/ 2752557 h 5795027"/>
                <a:gd name="connsiteX15" fmla="*/ 0 w 4447989"/>
                <a:gd name="connsiteY15" fmla="*/ 2231503 h 5795027"/>
                <a:gd name="connsiteX16" fmla="*/ 0 w 4447989"/>
                <a:gd name="connsiteY16" fmla="*/ 2048959 h 5795027"/>
                <a:gd name="connsiteX17" fmla="*/ 559354 w 4447989"/>
                <a:gd name="connsiteY17" fmla="*/ 855573 h 5795027"/>
                <a:gd name="connsiteX18" fmla="*/ 1950071 w 4447989"/>
                <a:gd name="connsiteY18" fmla="*/ 164715 h 5795027"/>
                <a:gd name="connsiteX19" fmla="*/ 2144960 w 4447989"/>
                <a:gd name="connsiteY19" fmla="*/ 0 h 5795027"/>
                <a:gd name="connsiteX20" fmla="*/ 2332832 w 4447989"/>
                <a:gd name="connsiteY20" fmla="*/ 164715 h 5795027"/>
                <a:gd name="connsiteX21" fmla="*/ 3723546 w 4447989"/>
                <a:gd name="connsiteY21" fmla="*/ 855573 h 5795027"/>
                <a:gd name="connsiteX22" fmla="*/ 4447989 w 4447989"/>
                <a:gd name="connsiteY22" fmla="*/ 2214048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48071 w 4282900"/>
                <a:gd name="connsiteY0" fmla="*/ 1519558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48071 w 4292243"/>
                <a:gd name="connsiteY0" fmla="*/ 1519558 h 5795027"/>
                <a:gd name="connsiteX1" fmla="*/ 4282900 w 4292243"/>
                <a:gd name="connsiteY1" fmla="*/ 2231503 h 5795027"/>
                <a:gd name="connsiteX2" fmla="*/ 4282900 w 4292243"/>
                <a:gd name="connsiteY2" fmla="*/ 2752557 h 5795027"/>
                <a:gd name="connsiteX3" fmla="*/ 4282900 w 4292243"/>
                <a:gd name="connsiteY3" fmla="*/ 3042471 h 5795027"/>
                <a:gd name="connsiteX4" fmla="*/ 4282900 w 4292243"/>
                <a:gd name="connsiteY4" fmla="*/ 3441681 h 5795027"/>
                <a:gd name="connsiteX5" fmla="*/ 4282900 w 4292243"/>
                <a:gd name="connsiteY5" fmla="*/ 3746068 h 5795027"/>
                <a:gd name="connsiteX6" fmla="*/ 3723546 w 4292243"/>
                <a:gd name="connsiteY6" fmla="*/ 4939455 h 5795027"/>
                <a:gd name="connsiteX7" fmla="*/ 2332829 w 4292243"/>
                <a:gd name="connsiteY7" fmla="*/ 5630311 h 5795027"/>
                <a:gd name="connsiteX8" fmla="*/ 2137940 w 4292243"/>
                <a:gd name="connsiteY8" fmla="*/ 5795027 h 5795027"/>
                <a:gd name="connsiteX9" fmla="*/ 1950069 w 4292243"/>
                <a:gd name="connsiteY9" fmla="*/ 5630311 h 5795027"/>
                <a:gd name="connsiteX10" fmla="*/ 559353 w 4292243"/>
                <a:gd name="connsiteY10" fmla="*/ 4939455 h 5795027"/>
                <a:gd name="connsiteX11" fmla="*/ 0 w 4292243"/>
                <a:gd name="connsiteY11" fmla="*/ 3746068 h 5795027"/>
                <a:gd name="connsiteX12" fmla="*/ 0 w 4292243"/>
                <a:gd name="connsiteY12" fmla="*/ 3441681 h 5795027"/>
                <a:gd name="connsiteX13" fmla="*/ 0 w 4292243"/>
                <a:gd name="connsiteY13" fmla="*/ 3042471 h 5795027"/>
                <a:gd name="connsiteX14" fmla="*/ 0 w 4292243"/>
                <a:gd name="connsiteY14" fmla="*/ 2752557 h 5795027"/>
                <a:gd name="connsiteX15" fmla="*/ 0 w 4292243"/>
                <a:gd name="connsiteY15" fmla="*/ 2231503 h 5795027"/>
                <a:gd name="connsiteX16" fmla="*/ 0 w 4292243"/>
                <a:gd name="connsiteY16" fmla="*/ 2048959 h 5795027"/>
                <a:gd name="connsiteX17" fmla="*/ 559354 w 4292243"/>
                <a:gd name="connsiteY17" fmla="*/ 855573 h 5795027"/>
                <a:gd name="connsiteX18" fmla="*/ 1950071 w 4292243"/>
                <a:gd name="connsiteY18" fmla="*/ 164715 h 5795027"/>
                <a:gd name="connsiteX19" fmla="*/ 2144960 w 4292243"/>
                <a:gd name="connsiteY19" fmla="*/ 0 h 5795027"/>
                <a:gd name="connsiteX20" fmla="*/ 2332832 w 4292243"/>
                <a:gd name="connsiteY20" fmla="*/ 164715 h 5795027"/>
                <a:gd name="connsiteX21" fmla="*/ 3723546 w 4292243"/>
                <a:gd name="connsiteY21" fmla="*/ 855573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2144960 w 4282900"/>
                <a:gd name="connsiteY18" fmla="*/ 0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64279 w 4282900"/>
                <a:gd name="connsiteY17" fmla="*/ 1516418 h 5795027"/>
                <a:gd name="connsiteX18" fmla="*/ 559354 w 4282900"/>
                <a:gd name="connsiteY18" fmla="*/ 855573 h 5795027"/>
                <a:gd name="connsiteX19" fmla="*/ 2144960 w 4282900"/>
                <a:gd name="connsiteY19" fmla="*/ 0 h 5795027"/>
                <a:gd name="connsiteX0" fmla="*/ 4213242 w 4282900"/>
                <a:gd name="connsiteY0" fmla="*/ 657020 h 4939454"/>
                <a:gd name="connsiteX1" fmla="*/ 4282900 w 4282900"/>
                <a:gd name="connsiteY1" fmla="*/ 1375930 h 4939454"/>
                <a:gd name="connsiteX2" fmla="*/ 4282900 w 4282900"/>
                <a:gd name="connsiteY2" fmla="*/ 1896984 h 4939454"/>
                <a:gd name="connsiteX3" fmla="*/ 4282900 w 4282900"/>
                <a:gd name="connsiteY3" fmla="*/ 2186898 h 4939454"/>
                <a:gd name="connsiteX4" fmla="*/ 4282900 w 4282900"/>
                <a:gd name="connsiteY4" fmla="*/ 2586108 h 4939454"/>
                <a:gd name="connsiteX5" fmla="*/ 4282900 w 4282900"/>
                <a:gd name="connsiteY5" fmla="*/ 2890495 h 4939454"/>
                <a:gd name="connsiteX6" fmla="*/ 3723546 w 4282900"/>
                <a:gd name="connsiteY6" fmla="*/ 4083882 h 4939454"/>
                <a:gd name="connsiteX7" fmla="*/ 2332829 w 4282900"/>
                <a:gd name="connsiteY7" fmla="*/ 4774738 h 4939454"/>
                <a:gd name="connsiteX8" fmla="*/ 2137940 w 4282900"/>
                <a:gd name="connsiteY8" fmla="*/ 4939454 h 4939454"/>
                <a:gd name="connsiteX9" fmla="*/ 1950069 w 4282900"/>
                <a:gd name="connsiteY9" fmla="*/ 4774738 h 4939454"/>
                <a:gd name="connsiteX10" fmla="*/ 559353 w 4282900"/>
                <a:gd name="connsiteY10" fmla="*/ 4083882 h 4939454"/>
                <a:gd name="connsiteX11" fmla="*/ 0 w 4282900"/>
                <a:gd name="connsiteY11" fmla="*/ 2890495 h 4939454"/>
                <a:gd name="connsiteX12" fmla="*/ 0 w 4282900"/>
                <a:gd name="connsiteY12" fmla="*/ 2586108 h 4939454"/>
                <a:gd name="connsiteX13" fmla="*/ 0 w 4282900"/>
                <a:gd name="connsiteY13" fmla="*/ 2186898 h 4939454"/>
                <a:gd name="connsiteX14" fmla="*/ 0 w 4282900"/>
                <a:gd name="connsiteY14" fmla="*/ 1896984 h 4939454"/>
                <a:gd name="connsiteX15" fmla="*/ 0 w 4282900"/>
                <a:gd name="connsiteY15" fmla="*/ 1375930 h 4939454"/>
                <a:gd name="connsiteX16" fmla="*/ 0 w 4282900"/>
                <a:gd name="connsiteY16" fmla="*/ 1193386 h 4939454"/>
                <a:gd name="connsiteX17" fmla="*/ 64279 w 4282900"/>
                <a:gd name="connsiteY17" fmla="*/ 660845 h 4939454"/>
                <a:gd name="connsiteX18" fmla="*/ 559354 w 4282900"/>
                <a:gd name="connsiteY18" fmla="*/ 0 h 4939454"/>
                <a:gd name="connsiteX0" fmla="*/ 4213242 w 4282900"/>
                <a:gd name="connsiteY0" fmla="*/ 0 h 4282434"/>
                <a:gd name="connsiteX1" fmla="*/ 4282900 w 4282900"/>
                <a:gd name="connsiteY1" fmla="*/ 718910 h 4282434"/>
                <a:gd name="connsiteX2" fmla="*/ 4282900 w 4282900"/>
                <a:gd name="connsiteY2" fmla="*/ 1239964 h 4282434"/>
                <a:gd name="connsiteX3" fmla="*/ 4282900 w 4282900"/>
                <a:gd name="connsiteY3" fmla="*/ 1529878 h 4282434"/>
                <a:gd name="connsiteX4" fmla="*/ 4282900 w 4282900"/>
                <a:gd name="connsiteY4" fmla="*/ 1929088 h 4282434"/>
                <a:gd name="connsiteX5" fmla="*/ 4282900 w 4282900"/>
                <a:gd name="connsiteY5" fmla="*/ 2233475 h 4282434"/>
                <a:gd name="connsiteX6" fmla="*/ 3723546 w 4282900"/>
                <a:gd name="connsiteY6" fmla="*/ 3426862 h 4282434"/>
                <a:gd name="connsiteX7" fmla="*/ 2332829 w 4282900"/>
                <a:gd name="connsiteY7" fmla="*/ 4117718 h 4282434"/>
                <a:gd name="connsiteX8" fmla="*/ 2137940 w 4282900"/>
                <a:gd name="connsiteY8" fmla="*/ 4282434 h 4282434"/>
                <a:gd name="connsiteX9" fmla="*/ 1950069 w 4282900"/>
                <a:gd name="connsiteY9" fmla="*/ 4117718 h 4282434"/>
                <a:gd name="connsiteX10" fmla="*/ 559353 w 4282900"/>
                <a:gd name="connsiteY10" fmla="*/ 3426862 h 4282434"/>
                <a:gd name="connsiteX11" fmla="*/ 0 w 4282900"/>
                <a:gd name="connsiteY11" fmla="*/ 2233475 h 4282434"/>
                <a:gd name="connsiteX12" fmla="*/ 0 w 4282900"/>
                <a:gd name="connsiteY12" fmla="*/ 1929088 h 4282434"/>
                <a:gd name="connsiteX13" fmla="*/ 0 w 4282900"/>
                <a:gd name="connsiteY13" fmla="*/ 1529878 h 4282434"/>
                <a:gd name="connsiteX14" fmla="*/ 0 w 4282900"/>
                <a:gd name="connsiteY14" fmla="*/ 1239964 h 4282434"/>
                <a:gd name="connsiteX15" fmla="*/ 0 w 4282900"/>
                <a:gd name="connsiteY15" fmla="*/ 718910 h 4282434"/>
                <a:gd name="connsiteX16" fmla="*/ 0 w 4282900"/>
                <a:gd name="connsiteY16" fmla="*/ 536366 h 4282434"/>
                <a:gd name="connsiteX17" fmla="*/ 64279 w 4282900"/>
                <a:gd name="connsiteY17" fmla="*/ 3825 h 4282434"/>
                <a:gd name="connsiteX0" fmla="*/ 4213242 w 4282900"/>
                <a:gd name="connsiteY0" fmla="*/ 0 h 4282434"/>
                <a:gd name="connsiteX1" fmla="*/ 4282900 w 4282900"/>
                <a:gd name="connsiteY1" fmla="*/ 718910 h 4282434"/>
                <a:gd name="connsiteX2" fmla="*/ 4282900 w 4282900"/>
                <a:gd name="connsiteY2" fmla="*/ 1239964 h 4282434"/>
                <a:gd name="connsiteX3" fmla="*/ 4282900 w 4282900"/>
                <a:gd name="connsiteY3" fmla="*/ 1529878 h 4282434"/>
                <a:gd name="connsiteX4" fmla="*/ 4282900 w 4282900"/>
                <a:gd name="connsiteY4" fmla="*/ 1929088 h 4282434"/>
                <a:gd name="connsiteX5" fmla="*/ 4282900 w 4282900"/>
                <a:gd name="connsiteY5" fmla="*/ 2233475 h 4282434"/>
                <a:gd name="connsiteX6" fmla="*/ 3723546 w 4282900"/>
                <a:gd name="connsiteY6" fmla="*/ 3426862 h 4282434"/>
                <a:gd name="connsiteX7" fmla="*/ 2332829 w 4282900"/>
                <a:gd name="connsiteY7" fmla="*/ 4117718 h 4282434"/>
                <a:gd name="connsiteX8" fmla="*/ 2137940 w 4282900"/>
                <a:gd name="connsiteY8" fmla="*/ 4282434 h 4282434"/>
                <a:gd name="connsiteX9" fmla="*/ 1950069 w 4282900"/>
                <a:gd name="connsiteY9" fmla="*/ 4117718 h 4282434"/>
                <a:gd name="connsiteX10" fmla="*/ 559353 w 4282900"/>
                <a:gd name="connsiteY10" fmla="*/ 3426862 h 4282434"/>
                <a:gd name="connsiteX11" fmla="*/ 0 w 4282900"/>
                <a:gd name="connsiteY11" fmla="*/ 2233475 h 4282434"/>
                <a:gd name="connsiteX12" fmla="*/ 0 w 4282900"/>
                <a:gd name="connsiteY12" fmla="*/ 1929088 h 4282434"/>
                <a:gd name="connsiteX13" fmla="*/ 0 w 4282900"/>
                <a:gd name="connsiteY13" fmla="*/ 1529878 h 4282434"/>
                <a:gd name="connsiteX14" fmla="*/ 0 w 4282900"/>
                <a:gd name="connsiteY14" fmla="*/ 1239964 h 4282434"/>
                <a:gd name="connsiteX15" fmla="*/ 0 w 4282900"/>
                <a:gd name="connsiteY15" fmla="*/ 718910 h 4282434"/>
                <a:gd name="connsiteX16" fmla="*/ 0 w 4282900"/>
                <a:gd name="connsiteY16" fmla="*/ 536366 h 4282434"/>
                <a:gd name="connsiteX17" fmla="*/ 64279 w 4282900"/>
                <a:gd name="connsiteY17" fmla="*/ 3825 h 428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82900" h="4282434">
                  <a:moveTo>
                    <a:pt x="4213242" y="0"/>
                  </a:moveTo>
                  <a:cubicBezTo>
                    <a:pt x="4294511" y="306972"/>
                    <a:pt x="4271290" y="481595"/>
                    <a:pt x="4282900" y="718910"/>
                  </a:cubicBezTo>
                  <a:lnTo>
                    <a:pt x="4282900" y="1239964"/>
                  </a:lnTo>
                  <a:lnTo>
                    <a:pt x="4282900" y="1529878"/>
                  </a:lnTo>
                  <a:lnTo>
                    <a:pt x="4282900" y="1929088"/>
                  </a:lnTo>
                  <a:lnTo>
                    <a:pt x="4282900" y="2233475"/>
                  </a:lnTo>
                  <a:cubicBezTo>
                    <a:pt x="4282900" y="2849584"/>
                    <a:pt x="4108103" y="3157966"/>
                    <a:pt x="3723546" y="3426862"/>
                  </a:cubicBezTo>
                  <a:cubicBezTo>
                    <a:pt x="3323617" y="3658565"/>
                    <a:pt x="2798672" y="3757725"/>
                    <a:pt x="2332829" y="4117718"/>
                  </a:cubicBezTo>
                  <a:lnTo>
                    <a:pt x="2137940" y="4282434"/>
                  </a:lnTo>
                  <a:lnTo>
                    <a:pt x="1950069" y="4117718"/>
                  </a:lnTo>
                  <a:cubicBezTo>
                    <a:pt x="1484225" y="3757725"/>
                    <a:pt x="959280" y="3658565"/>
                    <a:pt x="559353" y="3426862"/>
                  </a:cubicBezTo>
                  <a:cubicBezTo>
                    <a:pt x="174796" y="3157966"/>
                    <a:pt x="0" y="2849584"/>
                    <a:pt x="0" y="2233475"/>
                  </a:cubicBezTo>
                  <a:lnTo>
                    <a:pt x="0" y="1929088"/>
                  </a:lnTo>
                  <a:lnTo>
                    <a:pt x="0" y="1529878"/>
                  </a:lnTo>
                  <a:lnTo>
                    <a:pt x="0" y="1239964"/>
                  </a:lnTo>
                  <a:lnTo>
                    <a:pt x="0" y="718910"/>
                  </a:lnTo>
                  <a:lnTo>
                    <a:pt x="0" y="536366"/>
                  </a:lnTo>
                  <a:cubicBezTo>
                    <a:pt x="10713" y="417185"/>
                    <a:pt x="19813" y="133066"/>
                    <a:pt x="64279" y="3825"/>
                  </a:cubicBezTo>
                </a:path>
              </a:pathLst>
            </a:custGeom>
            <a:noFill/>
            <a:ln w="25400" cap="rnd">
              <a:solidFill>
                <a:schemeClr val="bg2">
                  <a:lumMod val="75000"/>
                  <a:alpha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1DFF651-C17F-4B2C-A962-32FA4958BCFA}"/>
                </a:ext>
              </a:extLst>
            </p:cNvPr>
            <p:cNvSpPr/>
            <p:nvPr/>
          </p:nvSpPr>
          <p:spPr>
            <a:xfrm>
              <a:off x="10536649" y="1823190"/>
              <a:ext cx="1654608" cy="3209758"/>
            </a:xfrm>
            <a:custGeom>
              <a:avLst/>
              <a:gdLst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3723546 w 4282900"/>
                <a:gd name="connsiteY2" fmla="*/ 855573 h 5795027"/>
                <a:gd name="connsiteX3" fmla="*/ 4282900 w 4282900"/>
                <a:gd name="connsiteY3" fmla="*/ 2048959 h 5795027"/>
                <a:gd name="connsiteX4" fmla="*/ 4282900 w 4282900"/>
                <a:gd name="connsiteY4" fmla="*/ 2231503 h 5795027"/>
                <a:gd name="connsiteX5" fmla="*/ 4282900 w 4282900"/>
                <a:gd name="connsiteY5" fmla="*/ 2752557 h 5795027"/>
                <a:gd name="connsiteX6" fmla="*/ 4282900 w 4282900"/>
                <a:gd name="connsiteY6" fmla="*/ 3042471 h 5795027"/>
                <a:gd name="connsiteX7" fmla="*/ 4282900 w 4282900"/>
                <a:gd name="connsiteY7" fmla="*/ 3441681 h 5795027"/>
                <a:gd name="connsiteX8" fmla="*/ 4282900 w 4282900"/>
                <a:gd name="connsiteY8" fmla="*/ 3746068 h 5795027"/>
                <a:gd name="connsiteX9" fmla="*/ 3723546 w 4282900"/>
                <a:gd name="connsiteY9" fmla="*/ 4939455 h 5795027"/>
                <a:gd name="connsiteX10" fmla="*/ 2332829 w 4282900"/>
                <a:gd name="connsiteY10" fmla="*/ 5630311 h 5795027"/>
                <a:gd name="connsiteX11" fmla="*/ 2137940 w 4282900"/>
                <a:gd name="connsiteY11" fmla="*/ 5795027 h 5795027"/>
                <a:gd name="connsiteX12" fmla="*/ 1950069 w 4282900"/>
                <a:gd name="connsiteY12" fmla="*/ 5630311 h 5795027"/>
                <a:gd name="connsiteX13" fmla="*/ 559353 w 4282900"/>
                <a:gd name="connsiteY13" fmla="*/ 4939455 h 5795027"/>
                <a:gd name="connsiteX14" fmla="*/ 0 w 4282900"/>
                <a:gd name="connsiteY14" fmla="*/ 3746068 h 5795027"/>
                <a:gd name="connsiteX15" fmla="*/ 0 w 4282900"/>
                <a:gd name="connsiteY15" fmla="*/ 3441681 h 5795027"/>
                <a:gd name="connsiteX16" fmla="*/ 0 w 4282900"/>
                <a:gd name="connsiteY16" fmla="*/ 3042471 h 5795027"/>
                <a:gd name="connsiteX17" fmla="*/ 0 w 4282900"/>
                <a:gd name="connsiteY17" fmla="*/ 2752557 h 5795027"/>
                <a:gd name="connsiteX18" fmla="*/ 0 w 4282900"/>
                <a:gd name="connsiteY18" fmla="*/ 2231503 h 5795027"/>
                <a:gd name="connsiteX19" fmla="*/ 0 w 4282900"/>
                <a:gd name="connsiteY19" fmla="*/ 2048959 h 5795027"/>
                <a:gd name="connsiteX20" fmla="*/ 559354 w 4282900"/>
                <a:gd name="connsiteY20" fmla="*/ 855573 h 5795027"/>
                <a:gd name="connsiteX21" fmla="*/ 1950071 w 4282900"/>
                <a:gd name="connsiteY21" fmla="*/ 164715 h 5795027"/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2976290 w 4282900"/>
                <a:gd name="connsiteY2" fmla="*/ 524033 h 5795027"/>
                <a:gd name="connsiteX3" fmla="*/ 3723546 w 4282900"/>
                <a:gd name="connsiteY3" fmla="*/ 855573 h 5795027"/>
                <a:gd name="connsiteX4" fmla="*/ 4282900 w 4282900"/>
                <a:gd name="connsiteY4" fmla="*/ 2048959 h 5795027"/>
                <a:gd name="connsiteX5" fmla="*/ 4282900 w 4282900"/>
                <a:gd name="connsiteY5" fmla="*/ 2231503 h 5795027"/>
                <a:gd name="connsiteX6" fmla="*/ 4282900 w 4282900"/>
                <a:gd name="connsiteY6" fmla="*/ 2752557 h 5795027"/>
                <a:gd name="connsiteX7" fmla="*/ 4282900 w 4282900"/>
                <a:gd name="connsiteY7" fmla="*/ 3042471 h 5795027"/>
                <a:gd name="connsiteX8" fmla="*/ 4282900 w 4282900"/>
                <a:gd name="connsiteY8" fmla="*/ 3441681 h 5795027"/>
                <a:gd name="connsiteX9" fmla="*/ 4282900 w 4282900"/>
                <a:gd name="connsiteY9" fmla="*/ 3746068 h 5795027"/>
                <a:gd name="connsiteX10" fmla="*/ 3723546 w 4282900"/>
                <a:gd name="connsiteY10" fmla="*/ 4939455 h 5795027"/>
                <a:gd name="connsiteX11" fmla="*/ 2332829 w 4282900"/>
                <a:gd name="connsiteY11" fmla="*/ 5630311 h 5795027"/>
                <a:gd name="connsiteX12" fmla="*/ 2137940 w 4282900"/>
                <a:gd name="connsiteY12" fmla="*/ 5795027 h 5795027"/>
                <a:gd name="connsiteX13" fmla="*/ 1950069 w 4282900"/>
                <a:gd name="connsiteY13" fmla="*/ 5630311 h 5795027"/>
                <a:gd name="connsiteX14" fmla="*/ 559353 w 4282900"/>
                <a:gd name="connsiteY14" fmla="*/ 4939455 h 5795027"/>
                <a:gd name="connsiteX15" fmla="*/ 0 w 4282900"/>
                <a:gd name="connsiteY15" fmla="*/ 3746068 h 5795027"/>
                <a:gd name="connsiteX16" fmla="*/ 0 w 4282900"/>
                <a:gd name="connsiteY16" fmla="*/ 3441681 h 5795027"/>
                <a:gd name="connsiteX17" fmla="*/ 0 w 4282900"/>
                <a:gd name="connsiteY17" fmla="*/ 3042471 h 5795027"/>
                <a:gd name="connsiteX18" fmla="*/ 0 w 4282900"/>
                <a:gd name="connsiteY18" fmla="*/ 2752557 h 5795027"/>
                <a:gd name="connsiteX19" fmla="*/ 0 w 4282900"/>
                <a:gd name="connsiteY19" fmla="*/ 2231503 h 5795027"/>
                <a:gd name="connsiteX20" fmla="*/ 0 w 4282900"/>
                <a:gd name="connsiteY20" fmla="*/ 2048959 h 5795027"/>
                <a:gd name="connsiteX21" fmla="*/ 559354 w 4282900"/>
                <a:gd name="connsiteY21" fmla="*/ 855573 h 5795027"/>
                <a:gd name="connsiteX22" fmla="*/ 1950071 w 4282900"/>
                <a:gd name="connsiteY22" fmla="*/ 164715 h 5795027"/>
                <a:gd name="connsiteX23" fmla="*/ 2144960 w 4282900"/>
                <a:gd name="connsiteY23" fmla="*/ 0 h 5795027"/>
                <a:gd name="connsiteX0" fmla="*/ 3723546 w 4282900"/>
                <a:gd name="connsiteY0" fmla="*/ 855573 h 5795027"/>
                <a:gd name="connsiteX1" fmla="*/ 4282900 w 4282900"/>
                <a:gd name="connsiteY1" fmla="*/ 2048959 h 5795027"/>
                <a:gd name="connsiteX2" fmla="*/ 4282900 w 4282900"/>
                <a:gd name="connsiteY2" fmla="*/ 2231503 h 5795027"/>
                <a:gd name="connsiteX3" fmla="*/ 4282900 w 4282900"/>
                <a:gd name="connsiteY3" fmla="*/ 2752557 h 5795027"/>
                <a:gd name="connsiteX4" fmla="*/ 4282900 w 4282900"/>
                <a:gd name="connsiteY4" fmla="*/ 3042471 h 5795027"/>
                <a:gd name="connsiteX5" fmla="*/ 4282900 w 4282900"/>
                <a:gd name="connsiteY5" fmla="*/ 3441681 h 5795027"/>
                <a:gd name="connsiteX6" fmla="*/ 4282900 w 4282900"/>
                <a:gd name="connsiteY6" fmla="*/ 3746068 h 5795027"/>
                <a:gd name="connsiteX7" fmla="*/ 3723546 w 4282900"/>
                <a:gd name="connsiteY7" fmla="*/ 4939455 h 5795027"/>
                <a:gd name="connsiteX8" fmla="*/ 2332829 w 4282900"/>
                <a:gd name="connsiteY8" fmla="*/ 5630311 h 5795027"/>
                <a:gd name="connsiteX9" fmla="*/ 2137940 w 4282900"/>
                <a:gd name="connsiteY9" fmla="*/ 5795027 h 5795027"/>
                <a:gd name="connsiteX10" fmla="*/ 1950069 w 4282900"/>
                <a:gd name="connsiteY10" fmla="*/ 5630311 h 5795027"/>
                <a:gd name="connsiteX11" fmla="*/ 559353 w 4282900"/>
                <a:gd name="connsiteY11" fmla="*/ 4939455 h 5795027"/>
                <a:gd name="connsiteX12" fmla="*/ 0 w 4282900"/>
                <a:gd name="connsiteY12" fmla="*/ 3746068 h 5795027"/>
                <a:gd name="connsiteX13" fmla="*/ 0 w 4282900"/>
                <a:gd name="connsiteY13" fmla="*/ 3441681 h 5795027"/>
                <a:gd name="connsiteX14" fmla="*/ 0 w 4282900"/>
                <a:gd name="connsiteY14" fmla="*/ 3042471 h 5795027"/>
                <a:gd name="connsiteX15" fmla="*/ 0 w 4282900"/>
                <a:gd name="connsiteY15" fmla="*/ 2752557 h 5795027"/>
                <a:gd name="connsiteX16" fmla="*/ 0 w 4282900"/>
                <a:gd name="connsiteY16" fmla="*/ 2231503 h 5795027"/>
                <a:gd name="connsiteX17" fmla="*/ 0 w 4282900"/>
                <a:gd name="connsiteY17" fmla="*/ 2048959 h 5795027"/>
                <a:gd name="connsiteX18" fmla="*/ 559354 w 4282900"/>
                <a:gd name="connsiteY18" fmla="*/ 855573 h 5795027"/>
                <a:gd name="connsiteX19" fmla="*/ 1950071 w 4282900"/>
                <a:gd name="connsiteY19" fmla="*/ 164715 h 5795027"/>
                <a:gd name="connsiteX20" fmla="*/ 2144960 w 4282900"/>
                <a:gd name="connsiteY20" fmla="*/ 0 h 5795027"/>
                <a:gd name="connsiteX21" fmla="*/ 2332832 w 4282900"/>
                <a:gd name="connsiteY21" fmla="*/ 164715 h 5795027"/>
                <a:gd name="connsiteX22" fmla="*/ 2976290 w 4282900"/>
                <a:gd name="connsiteY22" fmla="*/ 524033 h 5795027"/>
                <a:gd name="connsiteX23" fmla="*/ 3888635 w 4282900"/>
                <a:gd name="connsiteY23" fmla="*/ 1020662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2976290 w 4282900"/>
                <a:gd name="connsiteY21" fmla="*/ 524033 h 5795027"/>
                <a:gd name="connsiteX22" fmla="*/ 3888635 w 4282900"/>
                <a:gd name="connsiteY22" fmla="*/ 1020662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2976290 w 4282900"/>
                <a:gd name="connsiteY21" fmla="*/ 524033 h 5795027"/>
                <a:gd name="connsiteX0" fmla="*/ 4282900 w 4282900"/>
                <a:gd name="connsiteY0" fmla="*/ 2231503 h 5795027"/>
                <a:gd name="connsiteX1" fmla="*/ 4282900 w 4282900"/>
                <a:gd name="connsiteY1" fmla="*/ 2752557 h 5795027"/>
                <a:gd name="connsiteX2" fmla="*/ 4282900 w 4282900"/>
                <a:gd name="connsiteY2" fmla="*/ 3042471 h 5795027"/>
                <a:gd name="connsiteX3" fmla="*/ 4282900 w 4282900"/>
                <a:gd name="connsiteY3" fmla="*/ 3441681 h 5795027"/>
                <a:gd name="connsiteX4" fmla="*/ 4282900 w 4282900"/>
                <a:gd name="connsiteY4" fmla="*/ 3746068 h 5795027"/>
                <a:gd name="connsiteX5" fmla="*/ 3723546 w 4282900"/>
                <a:gd name="connsiteY5" fmla="*/ 4939455 h 5795027"/>
                <a:gd name="connsiteX6" fmla="*/ 2332829 w 4282900"/>
                <a:gd name="connsiteY6" fmla="*/ 5630311 h 5795027"/>
                <a:gd name="connsiteX7" fmla="*/ 2137940 w 4282900"/>
                <a:gd name="connsiteY7" fmla="*/ 5795027 h 5795027"/>
                <a:gd name="connsiteX8" fmla="*/ 1950069 w 4282900"/>
                <a:gd name="connsiteY8" fmla="*/ 5630311 h 5795027"/>
                <a:gd name="connsiteX9" fmla="*/ 559353 w 4282900"/>
                <a:gd name="connsiteY9" fmla="*/ 4939455 h 5795027"/>
                <a:gd name="connsiteX10" fmla="*/ 0 w 4282900"/>
                <a:gd name="connsiteY10" fmla="*/ 3746068 h 5795027"/>
                <a:gd name="connsiteX11" fmla="*/ 0 w 4282900"/>
                <a:gd name="connsiteY11" fmla="*/ 3441681 h 5795027"/>
                <a:gd name="connsiteX12" fmla="*/ 0 w 4282900"/>
                <a:gd name="connsiteY12" fmla="*/ 3042471 h 5795027"/>
                <a:gd name="connsiteX13" fmla="*/ 0 w 4282900"/>
                <a:gd name="connsiteY13" fmla="*/ 2752557 h 5795027"/>
                <a:gd name="connsiteX14" fmla="*/ 0 w 4282900"/>
                <a:gd name="connsiteY14" fmla="*/ 2231503 h 5795027"/>
                <a:gd name="connsiteX15" fmla="*/ 0 w 4282900"/>
                <a:gd name="connsiteY15" fmla="*/ 2048959 h 5795027"/>
                <a:gd name="connsiteX16" fmla="*/ 559354 w 4282900"/>
                <a:gd name="connsiteY16" fmla="*/ 855573 h 5795027"/>
                <a:gd name="connsiteX17" fmla="*/ 1950071 w 4282900"/>
                <a:gd name="connsiteY17" fmla="*/ 164715 h 5795027"/>
                <a:gd name="connsiteX18" fmla="*/ 2144960 w 4282900"/>
                <a:gd name="connsiteY18" fmla="*/ 0 h 5795027"/>
                <a:gd name="connsiteX19" fmla="*/ 2332832 w 4282900"/>
                <a:gd name="connsiteY19" fmla="*/ 164715 h 5795027"/>
                <a:gd name="connsiteX20" fmla="*/ 2976290 w 4282900"/>
                <a:gd name="connsiteY20" fmla="*/ 524033 h 5795027"/>
                <a:gd name="connsiteX0" fmla="*/ 4282900 w 4282900"/>
                <a:gd name="connsiteY0" fmla="*/ 2752557 h 5795027"/>
                <a:gd name="connsiteX1" fmla="*/ 4282900 w 4282900"/>
                <a:gd name="connsiteY1" fmla="*/ 3042471 h 5795027"/>
                <a:gd name="connsiteX2" fmla="*/ 4282900 w 4282900"/>
                <a:gd name="connsiteY2" fmla="*/ 3441681 h 5795027"/>
                <a:gd name="connsiteX3" fmla="*/ 4282900 w 4282900"/>
                <a:gd name="connsiteY3" fmla="*/ 3746068 h 5795027"/>
                <a:gd name="connsiteX4" fmla="*/ 3723546 w 4282900"/>
                <a:gd name="connsiteY4" fmla="*/ 4939455 h 5795027"/>
                <a:gd name="connsiteX5" fmla="*/ 2332829 w 4282900"/>
                <a:gd name="connsiteY5" fmla="*/ 5630311 h 5795027"/>
                <a:gd name="connsiteX6" fmla="*/ 2137940 w 4282900"/>
                <a:gd name="connsiteY6" fmla="*/ 5795027 h 5795027"/>
                <a:gd name="connsiteX7" fmla="*/ 1950069 w 4282900"/>
                <a:gd name="connsiteY7" fmla="*/ 5630311 h 5795027"/>
                <a:gd name="connsiteX8" fmla="*/ 559353 w 4282900"/>
                <a:gd name="connsiteY8" fmla="*/ 4939455 h 5795027"/>
                <a:gd name="connsiteX9" fmla="*/ 0 w 4282900"/>
                <a:gd name="connsiteY9" fmla="*/ 3746068 h 5795027"/>
                <a:gd name="connsiteX10" fmla="*/ 0 w 4282900"/>
                <a:gd name="connsiteY10" fmla="*/ 3441681 h 5795027"/>
                <a:gd name="connsiteX11" fmla="*/ 0 w 4282900"/>
                <a:gd name="connsiteY11" fmla="*/ 3042471 h 5795027"/>
                <a:gd name="connsiteX12" fmla="*/ 0 w 4282900"/>
                <a:gd name="connsiteY12" fmla="*/ 2752557 h 5795027"/>
                <a:gd name="connsiteX13" fmla="*/ 0 w 4282900"/>
                <a:gd name="connsiteY13" fmla="*/ 2231503 h 5795027"/>
                <a:gd name="connsiteX14" fmla="*/ 0 w 4282900"/>
                <a:gd name="connsiteY14" fmla="*/ 2048959 h 5795027"/>
                <a:gd name="connsiteX15" fmla="*/ 559354 w 4282900"/>
                <a:gd name="connsiteY15" fmla="*/ 855573 h 5795027"/>
                <a:gd name="connsiteX16" fmla="*/ 1950071 w 4282900"/>
                <a:gd name="connsiteY16" fmla="*/ 164715 h 5795027"/>
                <a:gd name="connsiteX17" fmla="*/ 2144960 w 4282900"/>
                <a:gd name="connsiteY17" fmla="*/ 0 h 5795027"/>
                <a:gd name="connsiteX18" fmla="*/ 2332832 w 4282900"/>
                <a:gd name="connsiteY18" fmla="*/ 164715 h 5795027"/>
                <a:gd name="connsiteX19" fmla="*/ 2976290 w 4282900"/>
                <a:gd name="connsiteY19" fmla="*/ 524033 h 5795027"/>
                <a:gd name="connsiteX0" fmla="*/ 4282900 w 4282900"/>
                <a:gd name="connsiteY0" fmla="*/ 3042471 h 5795027"/>
                <a:gd name="connsiteX1" fmla="*/ 4282900 w 4282900"/>
                <a:gd name="connsiteY1" fmla="*/ 3441681 h 5795027"/>
                <a:gd name="connsiteX2" fmla="*/ 4282900 w 4282900"/>
                <a:gd name="connsiteY2" fmla="*/ 3746068 h 5795027"/>
                <a:gd name="connsiteX3" fmla="*/ 3723546 w 4282900"/>
                <a:gd name="connsiteY3" fmla="*/ 4939455 h 5795027"/>
                <a:gd name="connsiteX4" fmla="*/ 2332829 w 4282900"/>
                <a:gd name="connsiteY4" fmla="*/ 5630311 h 5795027"/>
                <a:gd name="connsiteX5" fmla="*/ 2137940 w 4282900"/>
                <a:gd name="connsiteY5" fmla="*/ 5795027 h 5795027"/>
                <a:gd name="connsiteX6" fmla="*/ 1950069 w 4282900"/>
                <a:gd name="connsiteY6" fmla="*/ 5630311 h 5795027"/>
                <a:gd name="connsiteX7" fmla="*/ 559353 w 4282900"/>
                <a:gd name="connsiteY7" fmla="*/ 4939455 h 5795027"/>
                <a:gd name="connsiteX8" fmla="*/ 0 w 4282900"/>
                <a:gd name="connsiteY8" fmla="*/ 3746068 h 5795027"/>
                <a:gd name="connsiteX9" fmla="*/ 0 w 4282900"/>
                <a:gd name="connsiteY9" fmla="*/ 3441681 h 5795027"/>
                <a:gd name="connsiteX10" fmla="*/ 0 w 4282900"/>
                <a:gd name="connsiteY10" fmla="*/ 3042471 h 5795027"/>
                <a:gd name="connsiteX11" fmla="*/ 0 w 4282900"/>
                <a:gd name="connsiteY11" fmla="*/ 2752557 h 5795027"/>
                <a:gd name="connsiteX12" fmla="*/ 0 w 4282900"/>
                <a:gd name="connsiteY12" fmla="*/ 2231503 h 5795027"/>
                <a:gd name="connsiteX13" fmla="*/ 0 w 4282900"/>
                <a:gd name="connsiteY13" fmla="*/ 2048959 h 5795027"/>
                <a:gd name="connsiteX14" fmla="*/ 559354 w 4282900"/>
                <a:gd name="connsiteY14" fmla="*/ 855573 h 5795027"/>
                <a:gd name="connsiteX15" fmla="*/ 1950071 w 4282900"/>
                <a:gd name="connsiteY15" fmla="*/ 164715 h 5795027"/>
                <a:gd name="connsiteX16" fmla="*/ 2144960 w 4282900"/>
                <a:gd name="connsiteY16" fmla="*/ 0 h 5795027"/>
                <a:gd name="connsiteX17" fmla="*/ 2332832 w 4282900"/>
                <a:gd name="connsiteY17" fmla="*/ 164715 h 5795027"/>
                <a:gd name="connsiteX18" fmla="*/ 2976290 w 4282900"/>
                <a:gd name="connsiteY18" fmla="*/ 524033 h 5795027"/>
                <a:gd name="connsiteX0" fmla="*/ 4282900 w 4282900"/>
                <a:gd name="connsiteY0" fmla="*/ 3441681 h 5795027"/>
                <a:gd name="connsiteX1" fmla="*/ 4282900 w 4282900"/>
                <a:gd name="connsiteY1" fmla="*/ 3746068 h 5795027"/>
                <a:gd name="connsiteX2" fmla="*/ 3723546 w 4282900"/>
                <a:gd name="connsiteY2" fmla="*/ 4939455 h 5795027"/>
                <a:gd name="connsiteX3" fmla="*/ 2332829 w 4282900"/>
                <a:gd name="connsiteY3" fmla="*/ 5630311 h 5795027"/>
                <a:gd name="connsiteX4" fmla="*/ 2137940 w 4282900"/>
                <a:gd name="connsiteY4" fmla="*/ 5795027 h 5795027"/>
                <a:gd name="connsiteX5" fmla="*/ 1950069 w 4282900"/>
                <a:gd name="connsiteY5" fmla="*/ 5630311 h 5795027"/>
                <a:gd name="connsiteX6" fmla="*/ 559353 w 4282900"/>
                <a:gd name="connsiteY6" fmla="*/ 4939455 h 5795027"/>
                <a:gd name="connsiteX7" fmla="*/ 0 w 4282900"/>
                <a:gd name="connsiteY7" fmla="*/ 3746068 h 5795027"/>
                <a:gd name="connsiteX8" fmla="*/ 0 w 4282900"/>
                <a:gd name="connsiteY8" fmla="*/ 3441681 h 5795027"/>
                <a:gd name="connsiteX9" fmla="*/ 0 w 4282900"/>
                <a:gd name="connsiteY9" fmla="*/ 3042471 h 5795027"/>
                <a:gd name="connsiteX10" fmla="*/ 0 w 4282900"/>
                <a:gd name="connsiteY10" fmla="*/ 2752557 h 5795027"/>
                <a:gd name="connsiteX11" fmla="*/ 0 w 4282900"/>
                <a:gd name="connsiteY11" fmla="*/ 2231503 h 5795027"/>
                <a:gd name="connsiteX12" fmla="*/ 0 w 4282900"/>
                <a:gd name="connsiteY12" fmla="*/ 2048959 h 5795027"/>
                <a:gd name="connsiteX13" fmla="*/ 559354 w 4282900"/>
                <a:gd name="connsiteY13" fmla="*/ 855573 h 5795027"/>
                <a:gd name="connsiteX14" fmla="*/ 1950071 w 4282900"/>
                <a:gd name="connsiteY14" fmla="*/ 164715 h 5795027"/>
                <a:gd name="connsiteX15" fmla="*/ 2144960 w 4282900"/>
                <a:gd name="connsiteY15" fmla="*/ 0 h 5795027"/>
                <a:gd name="connsiteX16" fmla="*/ 2332832 w 4282900"/>
                <a:gd name="connsiteY16" fmla="*/ 164715 h 5795027"/>
                <a:gd name="connsiteX17" fmla="*/ 2976290 w 4282900"/>
                <a:gd name="connsiteY17" fmla="*/ 524033 h 5795027"/>
                <a:gd name="connsiteX0" fmla="*/ 4282900 w 4282900"/>
                <a:gd name="connsiteY0" fmla="*/ 3441681 h 5795027"/>
                <a:gd name="connsiteX1" fmla="*/ 3723546 w 4282900"/>
                <a:gd name="connsiteY1" fmla="*/ 4939455 h 5795027"/>
                <a:gd name="connsiteX2" fmla="*/ 2332829 w 4282900"/>
                <a:gd name="connsiteY2" fmla="*/ 5630311 h 5795027"/>
                <a:gd name="connsiteX3" fmla="*/ 2137940 w 4282900"/>
                <a:gd name="connsiteY3" fmla="*/ 5795027 h 5795027"/>
                <a:gd name="connsiteX4" fmla="*/ 1950069 w 4282900"/>
                <a:gd name="connsiteY4" fmla="*/ 5630311 h 5795027"/>
                <a:gd name="connsiteX5" fmla="*/ 559353 w 4282900"/>
                <a:gd name="connsiteY5" fmla="*/ 4939455 h 5795027"/>
                <a:gd name="connsiteX6" fmla="*/ 0 w 4282900"/>
                <a:gd name="connsiteY6" fmla="*/ 3746068 h 5795027"/>
                <a:gd name="connsiteX7" fmla="*/ 0 w 4282900"/>
                <a:gd name="connsiteY7" fmla="*/ 3441681 h 5795027"/>
                <a:gd name="connsiteX8" fmla="*/ 0 w 4282900"/>
                <a:gd name="connsiteY8" fmla="*/ 3042471 h 5795027"/>
                <a:gd name="connsiteX9" fmla="*/ 0 w 4282900"/>
                <a:gd name="connsiteY9" fmla="*/ 2752557 h 5795027"/>
                <a:gd name="connsiteX10" fmla="*/ 0 w 4282900"/>
                <a:gd name="connsiteY10" fmla="*/ 2231503 h 5795027"/>
                <a:gd name="connsiteX11" fmla="*/ 0 w 4282900"/>
                <a:gd name="connsiteY11" fmla="*/ 2048959 h 5795027"/>
                <a:gd name="connsiteX12" fmla="*/ 559354 w 4282900"/>
                <a:gd name="connsiteY12" fmla="*/ 855573 h 5795027"/>
                <a:gd name="connsiteX13" fmla="*/ 1950071 w 4282900"/>
                <a:gd name="connsiteY13" fmla="*/ 164715 h 5795027"/>
                <a:gd name="connsiteX14" fmla="*/ 2144960 w 4282900"/>
                <a:gd name="connsiteY14" fmla="*/ 0 h 5795027"/>
                <a:gd name="connsiteX15" fmla="*/ 2332832 w 4282900"/>
                <a:gd name="connsiteY15" fmla="*/ 164715 h 5795027"/>
                <a:gd name="connsiteX16" fmla="*/ 2976290 w 4282900"/>
                <a:gd name="connsiteY16" fmla="*/ 524033 h 5795027"/>
                <a:gd name="connsiteX0" fmla="*/ 3723546 w 3723546"/>
                <a:gd name="connsiteY0" fmla="*/ 4939455 h 5795027"/>
                <a:gd name="connsiteX1" fmla="*/ 2332829 w 3723546"/>
                <a:gd name="connsiteY1" fmla="*/ 5630311 h 5795027"/>
                <a:gd name="connsiteX2" fmla="*/ 2137940 w 3723546"/>
                <a:gd name="connsiteY2" fmla="*/ 5795027 h 5795027"/>
                <a:gd name="connsiteX3" fmla="*/ 1950069 w 3723546"/>
                <a:gd name="connsiteY3" fmla="*/ 5630311 h 5795027"/>
                <a:gd name="connsiteX4" fmla="*/ 559353 w 3723546"/>
                <a:gd name="connsiteY4" fmla="*/ 4939455 h 5795027"/>
                <a:gd name="connsiteX5" fmla="*/ 0 w 3723546"/>
                <a:gd name="connsiteY5" fmla="*/ 3746068 h 5795027"/>
                <a:gd name="connsiteX6" fmla="*/ 0 w 3723546"/>
                <a:gd name="connsiteY6" fmla="*/ 3441681 h 5795027"/>
                <a:gd name="connsiteX7" fmla="*/ 0 w 3723546"/>
                <a:gd name="connsiteY7" fmla="*/ 3042471 h 5795027"/>
                <a:gd name="connsiteX8" fmla="*/ 0 w 3723546"/>
                <a:gd name="connsiteY8" fmla="*/ 2752557 h 5795027"/>
                <a:gd name="connsiteX9" fmla="*/ 0 w 3723546"/>
                <a:gd name="connsiteY9" fmla="*/ 2231503 h 5795027"/>
                <a:gd name="connsiteX10" fmla="*/ 0 w 3723546"/>
                <a:gd name="connsiteY10" fmla="*/ 2048959 h 5795027"/>
                <a:gd name="connsiteX11" fmla="*/ 559354 w 3723546"/>
                <a:gd name="connsiteY11" fmla="*/ 855573 h 5795027"/>
                <a:gd name="connsiteX12" fmla="*/ 1950071 w 3723546"/>
                <a:gd name="connsiteY12" fmla="*/ 164715 h 5795027"/>
                <a:gd name="connsiteX13" fmla="*/ 2144960 w 3723546"/>
                <a:gd name="connsiteY13" fmla="*/ 0 h 5795027"/>
                <a:gd name="connsiteX14" fmla="*/ 2332832 w 3723546"/>
                <a:gd name="connsiteY14" fmla="*/ 164715 h 5795027"/>
                <a:gd name="connsiteX15" fmla="*/ 2976290 w 3723546"/>
                <a:gd name="connsiteY15" fmla="*/ 524033 h 5795027"/>
                <a:gd name="connsiteX0" fmla="*/ 3723546 w 3723546"/>
                <a:gd name="connsiteY0" fmla="*/ 4939455 h 5795027"/>
                <a:gd name="connsiteX1" fmla="*/ 2989878 w 3723546"/>
                <a:gd name="connsiteY1" fmla="*/ 5266109 h 5795027"/>
                <a:gd name="connsiteX2" fmla="*/ 2332829 w 3723546"/>
                <a:gd name="connsiteY2" fmla="*/ 5630311 h 5795027"/>
                <a:gd name="connsiteX3" fmla="*/ 2137940 w 3723546"/>
                <a:gd name="connsiteY3" fmla="*/ 5795027 h 5795027"/>
                <a:gd name="connsiteX4" fmla="*/ 1950069 w 3723546"/>
                <a:gd name="connsiteY4" fmla="*/ 5630311 h 5795027"/>
                <a:gd name="connsiteX5" fmla="*/ 559353 w 3723546"/>
                <a:gd name="connsiteY5" fmla="*/ 4939455 h 5795027"/>
                <a:gd name="connsiteX6" fmla="*/ 0 w 3723546"/>
                <a:gd name="connsiteY6" fmla="*/ 3746068 h 5795027"/>
                <a:gd name="connsiteX7" fmla="*/ 0 w 3723546"/>
                <a:gd name="connsiteY7" fmla="*/ 3441681 h 5795027"/>
                <a:gd name="connsiteX8" fmla="*/ 0 w 3723546"/>
                <a:gd name="connsiteY8" fmla="*/ 3042471 h 5795027"/>
                <a:gd name="connsiteX9" fmla="*/ 0 w 3723546"/>
                <a:gd name="connsiteY9" fmla="*/ 2752557 h 5795027"/>
                <a:gd name="connsiteX10" fmla="*/ 0 w 3723546"/>
                <a:gd name="connsiteY10" fmla="*/ 2231503 h 5795027"/>
                <a:gd name="connsiteX11" fmla="*/ 0 w 3723546"/>
                <a:gd name="connsiteY11" fmla="*/ 2048959 h 5795027"/>
                <a:gd name="connsiteX12" fmla="*/ 559354 w 3723546"/>
                <a:gd name="connsiteY12" fmla="*/ 855573 h 5795027"/>
                <a:gd name="connsiteX13" fmla="*/ 1950071 w 3723546"/>
                <a:gd name="connsiteY13" fmla="*/ 164715 h 5795027"/>
                <a:gd name="connsiteX14" fmla="*/ 2144960 w 3723546"/>
                <a:gd name="connsiteY14" fmla="*/ 0 h 5795027"/>
                <a:gd name="connsiteX15" fmla="*/ 2332832 w 3723546"/>
                <a:gd name="connsiteY15" fmla="*/ 164715 h 5795027"/>
                <a:gd name="connsiteX16" fmla="*/ 2976290 w 3723546"/>
                <a:gd name="connsiteY16" fmla="*/ 524033 h 5795027"/>
                <a:gd name="connsiteX0" fmla="*/ 2989878 w 2989878"/>
                <a:gd name="connsiteY0" fmla="*/ 5266109 h 5795027"/>
                <a:gd name="connsiteX1" fmla="*/ 2332829 w 2989878"/>
                <a:gd name="connsiteY1" fmla="*/ 5630311 h 5795027"/>
                <a:gd name="connsiteX2" fmla="*/ 2137940 w 2989878"/>
                <a:gd name="connsiteY2" fmla="*/ 5795027 h 5795027"/>
                <a:gd name="connsiteX3" fmla="*/ 1950069 w 2989878"/>
                <a:gd name="connsiteY3" fmla="*/ 5630311 h 5795027"/>
                <a:gd name="connsiteX4" fmla="*/ 559353 w 2989878"/>
                <a:gd name="connsiteY4" fmla="*/ 4939455 h 5795027"/>
                <a:gd name="connsiteX5" fmla="*/ 0 w 2989878"/>
                <a:gd name="connsiteY5" fmla="*/ 3746068 h 5795027"/>
                <a:gd name="connsiteX6" fmla="*/ 0 w 2989878"/>
                <a:gd name="connsiteY6" fmla="*/ 3441681 h 5795027"/>
                <a:gd name="connsiteX7" fmla="*/ 0 w 2989878"/>
                <a:gd name="connsiteY7" fmla="*/ 3042471 h 5795027"/>
                <a:gd name="connsiteX8" fmla="*/ 0 w 2989878"/>
                <a:gd name="connsiteY8" fmla="*/ 2752557 h 5795027"/>
                <a:gd name="connsiteX9" fmla="*/ 0 w 2989878"/>
                <a:gd name="connsiteY9" fmla="*/ 2231503 h 5795027"/>
                <a:gd name="connsiteX10" fmla="*/ 0 w 2989878"/>
                <a:gd name="connsiteY10" fmla="*/ 2048959 h 5795027"/>
                <a:gd name="connsiteX11" fmla="*/ 559354 w 2989878"/>
                <a:gd name="connsiteY11" fmla="*/ 855573 h 5795027"/>
                <a:gd name="connsiteX12" fmla="*/ 1950071 w 2989878"/>
                <a:gd name="connsiteY12" fmla="*/ 164715 h 5795027"/>
                <a:gd name="connsiteX13" fmla="*/ 2144960 w 2989878"/>
                <a:gd name="connsiteY13" fmla="*/ 0 h 5795027"/>
                <a:gd name="connsiteX14" fmla="*/ 2332832 w 2989878"/>
                <a:gd name="connsiteY14" fmla="*/ 164715 h 5795027"/>
                <a:gd name="connsiteX15" fmla="*/ 2976290 w 2989878"/>
                <a:gd name="connsiteY15" fmla="*/ 524033 h 5795027"/>
                <a:gd name="connsiteX0" fmla="*/ 2989878 w 2989878"/>
                <a:gd name="connsiteY0" fmla="*/ 5266109 h 5795027"/>
                <a:gd name="connsiteX1" fmla="*/ 2332829 w 2989878"/>
                <a:gd name="connsiteY1" fmla="*/ 5630311 h 5795027"/>
                <a:gd name="connsiteX2" fmla="*/ 2137940 w 2989878"/>
                <a:gd name="connsiteY2" fmla="*/ 5795027 h 5795027"/>
                <a:gd name="connsiteX3" fmla="*/ 1950069 w 2989878"/>
                <a:gd name="connsiteY3" fmla="*/ 5630311 h 5795027"/>
                <a:gd name="connsiteX4" fmla="*/ 559353 w 2989878"/>
                <a:gd name="connsiteY4" fmla="*/ 4939455 h 5795027"/>
                <a:gd name="connsiteX5" fmla="*/ 0 w 2989878"/>
                <a:gd name="connsiteY5" fmla="*/ 3746068 h 5795027"/>
                <a:gd name="connsiteX6" fmla="*/ 0 w 2989878"/>
                <a:gd name="connsiteY6" fmla="*/ 3441681 h 5795027"/>
                <a:gd name="connsiteX7" fmla="*/ 0 w 2989878"/>
                <a:gd name="connsiteY7" fmla="*/ 3042471 h 5795027"/>
                <a:gd name="connsiteX8" fmla="*/ 0 w 2989878"/>
                <a:gd name="connsiteY8" fmla="*/ 2752557 h 5795027"/>
                <a:gd name="connsiteX9" fmla="*/ 0 w 2989878"/>
                <a:gd name="connsiteY9" fmla="*/ 2231503 h 5795027"/>
                <a:gd name="connsiteX10" fmla="*/ 0 w 2989878"/>
                <a:gd name="connsiteY10" fmla="*/ 2048959 h 5795027"/>
                <a:gd name="connsiteX11" fmla="*/ 559354 w 2989878"/>
                <a:gd name="connsiteY11" fmla="*/ 855573 h 5795027"/>
                <a:gd name="connsiteX12" fmla="*/ 1950071 w 2989878"/>
                <a:gd name="connsiteY12" fmla="*/ 164715 h 5795027"/>
                <a:gd name="connsiteX13" fmla="*/ 2144960 w 2989878"/>
                <a:gd name="connsiteY13" fmla="*/ 0 h 5795027"/>
                <a:gd name="connsiteX14" fmla="*/ 2332832 w 2989878"/>
                <a:gd name="connsiteY14" fmla="*/ 164715 h 5795027"/>
                <a:gd name="connsiteX15" fmla="*/ 2976290 w 2989878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87296"/>
                <a:gd name="connsiteY0" fmla="*/ 5266109 h 5795027"/>
                <a:gd name="connsiteX1" fmla="*/ 2332829 w 2987296"/>
                <a:gd name="connsiteY1" fmla="*/ 5630311 h 5795027"/>
                <a:gd name="connsiteX2" fmla="*/ 2137940 w 2987296"/>
                <a:gd name="connsiteY2" fmla="*/ 5795027 h 5795027"/>
                <a:gd name="connsiteX3" fmla="*/ 1950069 w 2987296"/>
                <a:gd name="connsiteY3" fmla="*/ 5630311 h 5795027"/>
                <a:gd name="connsiteX4" fmla="*/ 559353 w 2987296"/>
                <a:gd name="connsiteY4" fmla="*/ 4939455 h 5795027"/>
                <a:gd name="connsiteX5" fmla="*/ 0 w 2987296"/>
                <a:gd name="connsiteY5" fmla="*/ 3746068 h 5795027"/>
                <a:gd name="connsiteX6" fmla="*/ 0 w 2987296"/>
                <a:gd name="connsiteY6" fmla="*/ 3441681 h 5795027"/>
                <a:gd name="connsiteX7" fmla="*/ 0 w 2987296"/>
                <a:gd name="connsiteY7" fmla="*/ 3042471 h 5795027"/>
                <a:gd name="connsiteX8" fmla="*/ 0 w 2987296"/>
                <a:gd name="connsiteY8" fmla="*/ 2752557 h 5795027"/>
                <a:gd name="connsiteX9" fmla="*/ 0 w 2987296"/>
                <a:gd name="connsiteY9" fmla="*/ 2231503 h 5795027"/>
                <a:gd name="connsiteX10" fmla="*/ 0 w 2987296"/>
                <a:gd name="connsiteY10" fmla="*/ 2048959 h 5795027"/>
                <a:gd name="connsiteX11" fmla="*/ 559354 w 2987296"/>
                <a:gd name="connsiteY11" fmla="*/ 855573 h 5795027"/>
                <a:gd name="connsiteX12" fmla="*/ 1950071 w 2987296"/>
                <a:gd name="connsiteY12" fmla="*/ 164715 h 5795027"/>
                <a:gd name="connsiteX13" fmla="*/ 2144960 w 2987296"/>
                <a:gd name="connsiteY13" fmla="*/ 0 h 5795027"/>
                <a:gd name="connsiteX14" fmla="*/ 2332832 w 2987296"/>
                <a:gd name="connsiteY14" fmla="*/ 164715 h 5795027"/>
                <a:gd name="connsiteX15" fmla="*/ 2987296 w 2987296"/>
                <a:gd name="connsiteY15" fmla="*/ 557051 h 5795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987296" h="5795027">
                  <a:moveTo>
                    <a:pt x="2955049" y="5266109"/>
                  </a:moveTo>
                  <a:cubicBezTo>
                    <a:pt x="2737194" y="5332489"/>
                    <a:pt x="2474819" y="5542158"/>
                    <a:pt x="2332829" y="5630311"/>
                  </a:cubicBezTo>
                  <a:lnTo>
                    <a:pt x="2137940" y="5795027"/>
                  </a:lnTo>
                  <a:lnTo>
                    <a:pt x="1950069" y="5630311"/>
                  </a:lnTo>
                  <a:cubicBezTo>
                    <a:pt x="1484225" y="5270318"/>
                    <a:pt x="959280" y="5171158"/>
                    <a:pt x="559353" y="4939455"/>
                  </a:cubicBezTo>
                  <a:cubicBezTo>
                    <a:pt x="174796" y="4670559"/>
                    <a:pt x="0" y="4362177"/>
                    <a:pt x="0" y="3746068"/>
                  </a:cubicBezTo>
                  <a:lnTo>
                    <a:pt x="0" y="3441681"/>
                  </a:lnTo>
                  <a:lnTo>
                    <a:pt x="0" y="3042471"/>
                  </a:lnTo>
                  <a:lnTo>
                    <a:pt x="0" y="2752557"/>
                  </a:lnTo>
                  <a:lnTo>
                    <a:pt x="0" y="2231503"/>
                  </a:lnTo>
                  <a:lnTo>
                    <a:pt x="0" y="2048959"/>
                  </a:lnTo>
                  <a:cubicBezTo>
                    <a:pt x="0" y="1432851"/>
                    <a:pt x="174797" y="1124469"/>
                    <a:pt x="559354" y="855573"/>
                  </a:cubicBezTo>
                  <a:cubicBezTo>
                    <a:pt x="959283" y="623869"/>
                    <a:pt x="1484227" y="524709"/>
                    <a:pt x="1950071" y="164715"/>
                  </a:cubicBezTo>
                  <a:lnTo>
                    <a:pt x="2144960" y="0"/>
                  </a:lnTo>
                  <a:lnTo>
                    <a:pt x="2332832" y="164715"/>
                  </a:lnTo>
                  <a:cubicBezTo>
                    <a:pt x="2471387" y="252054"/>
                    <a:pt x="2755510" y="441908"/>
                    <a:pt x="2987296" y="557051"/>
                  </a:cubicBezTo>
                </a:path>
              </a:pathLst>
            </a:custGeom>
            <a:noFill/>
            <a:ln w="25400" cap="rnd">
              <a:solidFill>
                <a:schemeClr val="bg2">
                  <a:lumMod val="75000"/>
                  <a:alpha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9B263D-CDF8-431B-A5D1-9687649138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31030" y="866253"/>
            <a:ext cx="2222769" cy="531071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B6B9BE-E660-4F3A-ABA1-86667DC133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66253"/>
            <a:ext cx="8164286" cy="531071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82700-F509-4302-AE0E-6CC56401A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3BD63-5B0C-4FB3-8434-8EA1A84F2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3E9EB-019B-4F03-8147-D6CBA6B1E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45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206359A-F1E3-49EE-BBC2-40888C4A3628}"/>
              </a:ext>
            </a:extLst>
          </p:cNvPr>
          <p:cNvGrpSpPr/>
          <p:nvPr/>
        </p:nvGrpSpPr>
        <p:grpSpPr>
          <a:xfrm>
            <a:off x="9265700" y="2026"/>
            <a:ext cx="2926300" cy="5030922"/>
            <a:chOff x="9265700" y="2026"/>
            <a:chExt cx="2926300" cy="503092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ED90C42-6A0F-48E8-BF96-7D3E2A395EC7}"/>
                </a:ext>
              </a:extLst>
            </p:cNvPr>
            <p:cNvSpPr/>
            <p:nvPr/>
          </p:nvSpPr>
          <p:spPr>
            <a:xfrm>
              <a:off x="9326904" y="2026"/>
              <a:ext cx="2249810" cy="2294745"/>
            </a:xfrm>
            <a:custGeom>
              <a:avLst/>
              <a:gdLst>
                <a:gd name="connsiteX0" fmla="*/ 49162 w 2249810"/>
                <a:gd name="connsiteY0" fmla="*/ 0 h 2294745"/>
                <a:gd name="connsiteX1" fmla="*/ 2200648 w 2249810"/>
                <a:gd name="connsiteY1" fmla="*/ 0 h 2294745"/>
                <a:gd name="connsiteX2" fmla="*/ 2210105 w 2249810"/>
                <a:gd name="connsiteY2" fmla="*/ 23601 h 2294745"/>
                <a:gd name="connsiteX3" fmla="*/ 2249810 w 2249810"/>
                <a:gd name="connsiteY3" fmla="*/ 326934 h 2294745"/>
                <a:gd name="connsiteX4" fmla="*/ 2249810 w 2249810"/>
                <a:gd name="connsiteY4" fmla="*/ 422824 h 2294745"/>
                <a:gd name="connsiteX5" fmla="*/ 2249810 w 2249810"/>
                <a:gd name="connsiteY5" fmla="*/ 696534 h 2294745"/>
                <a:gd name="connsiteX6" fmla="*/ 2249810 w 2249810"/>
                <a:gd name="connsiteY6" fmla="*/ 848826 h 2294745"/>
                <a:gd name="connsiteX7" fmla="*/ 2249810 w 2249810"/>
                <a:gd name="connsiteY7" fmla="*/ 1058531 h 2294745"/>
                <a:gd name="connsiteX8" fmla="*/ 2249810 w 2249810"/>
                <a:gd name="connsiteY8" fmla="*/ 1218426 h 2294745"/>
                <a:gd name="connsiteX9" fmla="*/ 1955981 w 2249810"/>
                <a:gd name="connsiteY9" fmla="*/ 1845313 h 2294745"/>
                <a:gd name="connsiteX10" fmla="*/ 1225437 w 2249810"/>
                <a:gd name="connsiteY10" fmla="*/ 2208220 h 2294745"/>
                <a:gd name="connsiteX11" fmla="*/ 1123061 w 2249810"/>
                <a:gd name="connsiteY11" fmla="*/ 2294745 h 2294745"/>
                <a:gd name="connsiteX12" fmla="*/ 1024372 w 2249810"/>
                <a:gd name="connsiteY12" fmla="*/ 2208220 h 2294745"/>
                <a:gd name="connsiteX13" fmla="*/ 293828 w 2249810"/>
                <a:gd name="connsiteY13" fmla="*/ 1845313 h 2294745"/>
                <a:gd name="connsiteX14" fmla="*/ 0 w 2249810"/>
                <a:gd name="connsiteY14" fmla="*/ 1218426 h 2294745"/>
                <a:gd name="connsiteX15" fmla="*/ 0 w 2249810"/>
                <a:gd name="connsiteY15" fmla="*/ 1058531 h 2294745"/>
                <a:gd name="connsiteX16" fmla="*/ 0 w 2249810"/>
                <a:gd name="connsiteY16" fmla="*/ 848826 h 2294745"/>
                <a:gd name="connsiteX17" fmla="*/ 0 w 2249810"/>
                <a:gd name="connsiteY17" fmla="*/ 696534 h 2294745"/>
                <a:gd name="connsiteX18" fmla="*/ 0 w 2249810"/>
                <a:gd name="connsiteY18" fmla="*/ 422824 h 2294745"/>
                <a:gd name="connsiteX19" fmla="*/ 0 w 2249810"/>
                <a:gd name="connsiteY19" fmla="*/ 326934 h 2294745"/>
                <a:gd name="connsiteX20" fmla="*/ 39705 w 2249810"/>
                <a:gd name="connsiteY20" fmla="*/ 23601 h 2294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49810" h="2294745">
                  <a:moveTo>
                    <a:pt x="49162" y="0"/>
                  </a:moveTo>
                  <a:lnTo>
                    <a:pt x="2200648" y="0"/>
                  </a:lnTo>
                  <a:lnTo>
                    <a:pt x="2210105" y="23601"/>
                  </a:lnTo>
                  <a:cubicBezTo>
                    <a:pt x="2236898" y="106934"/>
                    <a:pt x="2249810" y="205568"/>
                    <a:pt x="2249810" y="326934"/>
                  </a:cubicBezTo>
                  <a:lnTo>
                    <a:pt x="2249810" y="422824"/>
                  </a:lnTo>
                  <a:lnTo>
                    <a:pt x="2249810" y="696534"/>
                  </a:lnTo>
                  <a:lnTo>
                    <a:pt x="2249810" y="848826"/>
                  </a:lnTo>
                  <a:lnTo>
                    <a:pt x="2249810" y="1058531"/>
                  </a:lnTo>
                  <a:lnTo>
                    <a:pt x="2249810" y="1218426"/>
                  </a:lnTo>
                  <a:cubicBezTo>
                    <a:pt x="2249810" y="1542068"/>
                    <a:pt x="2157989" y="1704061"/>
                    <a:pt x="1955981" y="1845313"/>
                  </a:cubicBezTo>
                  <a:cubicBezTo>
                    <a:pt x="1745898" y="1967026"/>
                    <a:pt x="1470144" y="2019115"/>
                    <a:pt x="1225437" y="2208220"/>
                  </a:cubicBezTo>
                  <a:lnTo>
                    <a:pt x="1123061" y="2294745"/>
                  </a:lnTo>
                  <a:lnTo>
                    <a:pt x="1024372" y="2208220"/>
                  </a:lnTo>
                  <a:cubicBezTo>
                    <a:pt x="779664" y="2019115"/>
                    <a:pt x="503910" y="1967026"/>
                    <a:pt x="293828" y="1845313"/>
                  </a:cubicBezTo>
                  <a:cubicBezTo>
                    <a:pt x="91820" y="1704061"/>
                    <a:pt x="0" y="1542068"/>
                    <a:pt x="0" y="1218426"/>
                  </a:cubicBezTo>
                  <a:lnTo>
                    <a:pt x="0" y="1058531"/>
                  </a:lnTo>
                  <a:lnTo>
                    <a:pt x="0" y="848826"/>
                  </a:lnTo>
                  <a:lnTo>
                    <a:pt x="0" y="696534"/>
                  </a:lnTo>
                  <a:lnTo>
                    <a:pt x="0" y="422824"/>
                  </a:lnTo>
                  <a:lnTo>
                    <a:pt x="0" y="326934"/>
                  </a:lnTo>
                  <a:cubicBezTo>
                    <a:pt x="0" y="205568"/>
                    <a:pt x="12912" y="106934"/>
                    <a:pt x="39705" y="23601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1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DA0863A-55F7-4EB0-9451-F3EE4D65DBDB}"/>
                </a:ext>
              </a:extLst>
            </p:cNvPr>
            <p:cNvSpPr/>
            <p:nvPr/>
          </p:nvSpPr>
          <p:spPr>
            <a:xfrm>
              <a:off x="10597154" y="1907348"/>
              <a:ext cx="1594846" cy="3044131"/>
            </a:xfrm>
            <a:custGeom>
              <a:avLst/>
              <a:gdLst>
                <a:gd name="connsiteX0" fmla="*/ 1126749 w 1594846"/>
                <a:gd name="connsiteY0" fmla="*/ 0 h 3044131"/>
                <a:gd name="connsiteX1" fmla="*/ 1225438 w 1594846"/>
                <a:gd name="connsiteY1" fmla="*/ 86525 h 3044131"/>
                <a:gd name="connsiteX2" fmla="*/ 1413279 w 1594846"/>
                <a:gd name="connsiteY2" fmla="*/ 205892 h 3044131"/>
                <a:gd name="connsiteX3" fmla="*/ 1594846 w 1594846"/>
                <a:gd name="connsiteY3" fmla="*/ 289191 h 3044131"/>
                <a:gd name="connsiteX4" fmla="*/ 1594846 w 1594846"/>
                <a:gd name="connsiteY4" fmla="*/ 2754939 h 3044131"/>
                <a:gd name="connsiteX5" fmla="*/ 1413277 w 1594846"/>
                <a:gd name="connsiteY5" fmla="*/ 2838239 h 3044131"/>
                <a:gd name="connsiteX6" fmla="*/ 1225436 w 1594846"/>
                <a:gd name="connsiteY6" fmla="*/ 2957606 h 3044131"/>
                <a:gd name="connsiteX7" fmla="*/ 1123061 w 1594846"/>
                <a:gd name="connsiteY7" fmla="*/ 3044131 h 3044131"/>
                <a:gd name="connsiteX8" fmla="*/ 1024372 w 1594846"/>
                <a:gd name="connsiteY8" fmla="*/ 2957606 h 3044131"/>
                <a:gd name="connsiteX9" fmla="*/ 293828 w 1594846"/>
                <a:gd name="connsiteY9" fmla="*/ 2594699 h 3044131"/>
                <a:gd name="connsiteX10" fmla="*/ 0 w 1594846"/>
                <a:gd name="connsiteY10" fmla="*/ 1967812 h 3044131"/>
                <a:gd name="connsiteX11" fmla="*/ 0 w 1594846"/>
                <a:gd name="connsiteY11" fmla="*/ 1807917 h 3044131"/>
                <a:gd name="connsiteX12" fmla="*/ 0 w 1594846"/>
                <a:gd name="connsiteY12" fmla="*/ 1598212 h 3044131"/>
                <a:gd name="connsiteX13" fmla="*/ 0 w 1594846"/>
                <a:gd name="connsiteY13" fmla="*/ 1445920 h 3044131"/>
                <a:gd name="connsiteX14" fmla="*/ 0 w 1594846"/>
                <a:gd name="connsiteY14" fmla="*/ 1172210 h 3044131"/>
                <a:gd name="connsiteX15" fmla="*/ 0 w 1594846"/>
                <a:gd name="connsiteY15" fmla="*/ 1076320 h 3044131"/>
                <a:gd name="connsiteX16" fmla="*/ 293829 w 1594846"/>
                <a:gd name="connsiteY16" fmla="*/ 449433 h 3044131"/>
                <a:gd name="connsiteX17" fmla="*/ 1024374 w 1594846"/>
                <a:gd name="connsiteY17" fmla="*/ 86525 h 304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94846" h="3044131">
                  <a:moveTo>
                    <a:pt x="1126749" y="0"/>
                  </a:moveTo>
                  <a:lnTo>
                    <a:pt x="1225438" y="86525"/>
                  </a:lnTo>
                  <a:cubicBezTo>
                    <a:pt x="1286615" y="133801"/>
                    <a:pt x="1349732" y="172514"/>
                    <a:pt x="1413279" y="205892"/>
                  </a:cubicBezTo>
                  <a:lnTo>
                    <a:pt x="1594846" y="289191"/>
                  </a:lnTo>
                  <a:lnTo>
                    <a:pt x="1594846" y="2754939"/>
                  </a:lnTo>
                  <a:lnTo>
                    <a:pt x="1413277" y="2838239"/>
                  </a:lnTo>
                  <a:cubicBezTo>
                    <a:pt x="1349730" y="2871617"/>
                    <a:pt x="1286613" y="2910330"/>
                    <a:pt x="1225436" y="2957606"/>
                  </a:cubicBezTo>
                  <a:lnTo>
                    <a:pt x="1123061" y="3044131"/>
                  </a:lnTo>
                  <a:lnTo>
                    <a:pt x="1024372" y="2957606"/>
                  </a:lnTo>
                  <a:cubicBezTo>
                    <a:pt x="779664" y="2768501"/>
                    <a:pt x="503910" y="2716412"/>
                    <a:pt x="293828" y="2594699"/>
                  </a:cubicBezTo>
                  <a:cubicBezTo>
                    <a:pt x="91820" y="2453447"/>
                    <a:pt x="0" y="2291454"/>
                    <a:pt x="0" y="1967812"/>
                  </a:cubicBezTo>
                  <a:lnTo>
                    <a:pt x="0" y="1807917"/>
                  </a:lnTo>
                  <a:lnTo>
                    <a:pt x="0" y="1598212"/>
                  </a:lnTo>
                  <a:lnTo>
                    <a:pt x="0" y="1445920"/>
                  </a:lnTo>
                  <a:lnTo>
                    <a:pt x="0" y="1172210"/>
                  </a:lnTo>
                  <a:lnTo>
                    <a:pt x="0" y="1076320"/>
                  </a:lnTo>
                  <a:cubicBezTo>
                    <a:pt x="0" y="752678"/>
                    <a:pt x="91821" y="590684"/>
                    <a:pt x="293829" y="449433"/>
                  </a:cubicBezTo>
                  <a:cubicBezTo>
                    <a:pt x="503912" y="327719"/>
                    <a:pt x="779665" y="275630"/>
                    <a:pt x="1024374" y="86525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FE7CFE2-40F6-44B2-8AAD-0C384EEFCF7E}"/>
                </a:ext>
              </a:extLst>
            </p:cNvPr>
            <p:cNvSpPr/>
            <p:nvPr/>
          </p:nvSpPr>
          <p:spPr>
            <a:xfrm>
              <a:off x="9265700" y="7622"/>
              <a:ext cx="2372219" cy="2371961"/>
            </a:xfrm>
            <a:custGeom>
              <a:avLst/>
              <a:gdLst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3723546 w 4282900"/>
                <a:gd name="connsiteY2" fmla="*/ 855573 h 5795027"/>
                <a:gd name="connsiteX3" fmla="*/ 4282900 w 4282900"/>
                <a:gd name="connsiteY3" fmla="*/ 2048959 h 5795027"/>
                <a:gd name="connsiteX4" fmla="*/ 4282900 w 4282900"/>
                <a:gd name="connsiteY4" fmla="*/ 2231503 h 5795027"/>
                <a:gd name="connsiteX5" fmla="*/ 4282900 w 4282900"/>
                <a:gd name="connsiteY5" fmla="*/ 2752557 h 5795027"/>
                <a:gd name="connsiteX6" fmla="*/ 4282900 w 4282900"/>
                <a:gd name="connsiteY6" fmla="*/ 3042471 h 5795027"/>
                <a:gd name="connsiteX7" fmla="*/ 4282900 w 4282900"/>
                <a:gd name="connsiteY7" fmla="*/ 3441681 h 5795027"/>
                <a:gd name="connsiteX8" fmla="*/ 4282900 w 4282900"/>
                <a:gd name="connsiteY8" fmla="*/ 3746068 h 5795027"/>
                <a:gd name="connsiteX9" fmla="*/ 3723546 w 4282900"/>
                <a:gd name="connsiteY9" fmla="*/ 4939455 h 5795027"/>
                <a:gd name="connsiteX10" fmla="*/ 2332829 w 4282900"/>
                <a:gd name="connsiteY10" fmla="*/ 5630311 h 5795027"/>
                <a:gd name="connsiteX11" fmla="*/ 2137940 w 4282900"/>
                <a:gd name="connsiteY11" fmla="*/ 5795027 h 5795027"/>
                <a:gd name="connsiteX12" fmla="*/ 1950069 w 4282900"/>
                <a:gd name="connsiteY12" fmla="*/ 5630311 h 5795027"/>
                <a:gd name="connsiteX13" fmla="*/ 559353 w 4282900"/>
                <a:gd name="connsiteY13" fmla="*/ 4939455 h 5795027"/>
                <a:gd name="connsiteX14" fmla="*/ 0 w 4282900"/>
                <a:gd name="connsiteY14" fmla="*/ 3746068 h 5795027"/>
                <a:gd name="connsiteX15" fmla="*/ 0 w 4282900"/>
                <a:gd name="connsiteY15" fmla="*/ 3441681 h 5795027"/>
                <a:gd name="connsiteX16" fmla="*/ 0 w 4282900"/>
                <a:gd name="connsiteY16" fmla="*/ 3042471 h 5795027"/>
                <a:gd name="connsiteX17" fmla="*/ 0 w 4282900"/>
                <a:gd name="connsiteY17" fmla="*/ 2752557 h 5795027"/>
                <a:gd name="connsiteX18" fmla="*/ 0 w 4282900"/>
                <a:gd name="connsiteY18" fmla="*/ 2231503 h 5795027"/>
                <a:gd name="connsiteX19" fmla="*/ 0 w 4282900"/>
                <a:gd name="connsiteY19" fmla="*/ 2048959 h 5795027"/>
                <a:gd name="connsiteX20" fmla="*/ 559354 w 4282900"/>
                <a:gd name="connsiteY20" fmla="*/ 855573 h 5795027"/>
                <a:gd name="connsiteX21" fmla="*/ 1950071 w 4282900"/>
                <a:gd name="connsiteY21" fmla="*/ 164715 h 5795027"/>
                <a:gd name="connsiteX0" fmla="*/ 4282900 w 4447989"/>
                <a:gd name="connsiteY0" fmla="*/ 2048959 h 5795027"/>
                <a:gd name="connsiteX1" fmla="*/ 4282900 w 4447989"/>
                <a:gd name="connsiteY1" fmla="*/ 2231503 h 5795027"/>
                <a:gd name="connsiteX2" fmla="*/ 4282900 w 4447989"/>
                <a:gd name="connsiteY2" fmla="*/ 2752557 h 5795027"/>
                <a:gd name="connsiteX3" fmla="*/ 4282900 w 4447989"/>
                <a:gd name="connsiteY3" fmla="*/ 3042471 h 5795027"/>
                <a:gd name="connsiteX4" fmla="*/ 4282900 w 4447989"/>
                <a:gd name="connsiteY4" fmla="*/ 3441681 h 5795027"/>
                <a:gd name="connsiteX5" fmla="*/ 4282900 w 4447989"/>
                <a:gd name="connsiteY5" fmla="*/ 3746068 h 5795027"/>
                <a:gd name="connsiteX6" fmla="*/ 3723546 w 4447989"/>
                <a:gd name="connsiteY6" fmla="*/ 4939455 h 5795027"/>
                <a:gd name="connsiteX7" fmla="*/ 2332829 w 4447989"/>
                <a:gd name="connsiteY7" fmla="*/ 5630311 h 5795027"/>
                <a:gd name="connsiteX8" fmla="*/ 2137940 w 4447989"/>
                <a:gd name="connsiteY8" fmla="*/ 5795027 h 5795027"/>
                <a:gd name="connsiteX9" fmla="*/ 1950069 w 4447989"/>
                <a:gd name="connsiteY9" fmla="*/ 5630311 h 5795027"/>
                <a:gd name="connsiteX10" fmla="*/ 559353 w 4447989"/>
                <a:gd name="connsiteY10" fmla="*/ 4939455 h 5795027"/>
                <a:gd name="connsiteX11" fmla="*/ 0 w 4447989"/>
                <a:gd name="connsiteY11" fmla="*/ 3746068 h 5795027"/>
                <a:gd name="connsiteX12" fmla="*/ 0 w 4447989"/>
                <a:gd name="connsiteY12" fmla="*/ 3441681 h 5795027"/>
                <a:gd name="connsiteX13" fmla="*/ 0 w 4447989"/>
                <a:gd name="connsiteY13" fmla="*/ 3042471 h 5795027"/>
                <a:gd name="connsiteX14" fmla="*/ 0 w 4447989"/>
                <a:gd name="connsiteY14" fmla="*/ 2752557 h 5795027"/>
                <a:gd name="connsiteX15" fmla="*/ 0 w 4447989"/>
                <a:gd name="connsiteY15" fmla="*/ 2231503 h 5795027"/>
                <a:gd name="connsiteX16" fmla="*/ 0 w 4447989"/>
                <a:gd name="connsiteY16" fmla="*/ 2048959 h 5795027"/>
                <a:gd name="connsiteX17" fmla="*/ 559354 w 4447989"/>
                <a:gd name="connsiteY17" fmla="*/ 855573 h 5795027"/>
                <a:gd name="connsiteX18" fmla="*/ 1950071 w 4447989"/>
                <a:gd name="connsiteY18" fmla="*/ 164715 h 5795027"/>
                <a:gd name="connsiteX19" fmla="*/ 2144960 w 4447989"/>
                <a:gd name="connsiteY19" fmla="*/ 0 h 5795027"/>
                <a:gd name="connsiteX20" fmla="*/ 2332832 w 4447989"/>
                <a:gd name="connsiteY20" fmla="*/ 164715 h 5795027"/>
                <a:gd name="connsiteX21" fmla="*/ 3723546 w 4447989"/>
                <a:gd name="connsiteY21" fmla="*/ 855573 h 5795027"/>
                <a:gd name="connsiteX22" fmla="*/ 4447989 w 4447989"/>
                <a:gd name="connsiteY22" fmla="*/ 2214048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48071 w 4282900"/>
                <a:gd name="connsiteY0" fmla="*/ 1519558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48071 w 4292243"/>
                <a:gd name="connsiteY0" fmla="*/ 1519558 h 5795027"/>
                <a:gd name="connsiteX1" fmla="*/ 4282900 w 4292243"/>
                <a:gd name="connsiteY1" fmla="*/ 2231503 h 5795027"/>
                <a:gd name="connsiteX2" fmla="*/ 4282900 w 4292243"/>
                <a:gd name="connsiteY2" fmla="*/ 2752557 h 5795027"/>
                <a:gd name="connsiteX3" fmla="*/ 4282900 w 4292243"/>
                <a:gd name="connsiteY3" fmla="*/ 3042471 h 5795027"/>
                <a:gd name="connsiteX4" fmla="*/ 4282900 w 4292243"/>
                <a:gd name="connsiteY4" fmla="*/ 3441681 h 5795027"/>
                <a:gd name="connsiteX5" fmla="*/ 4282900 w 4292243"/>
                <a:gd name="connsiteY5" fmla="*/ 3746068 h 5795027"/>
                <a:gd name="connsiteX6" fmla="*/ 3723546 w 4292243"/>
                <a:gd name="connsiteY6" fmla="*/ 4939455 h 5795027"/>
                <a:gd name="connsiteX7" fmla="*/ 2332829 w 4292243"/>
                <a:gd name="connsiteY7" fmla="*/ 5630311 h 5795027"/>
                <a:gd name="connsiteX8" fmla="*/ 2137940 w 4292243"/>
                <a:gd name="connsiteY8" fmla="*/ 5795027 h 5795027"/>
                <a:gd name="connsiteX9" fmla="*/ 1950069 w 4292243"/>
                <a:gd name="connsiteY9" fmla="*/ 5630311 h 5795027"/>
                <a:gd name="connsiteX10" fmla="*/ 559353 w 4292243"/>
                <a:gd name="connsiteY10" fmla="*/ 4939455 h 5795027"/>
                <a:gd name="connsiteX11" fmla="*/ 0 w 4292243"/>
                <a:gd name="connsiteY11" fmla="*/ 3746068 h 5795027"/>
                <a:gd name="connsiteX12" fmla="*/ 0 w 4292243"/>
                <a:gd name="connsiteY12" fmla="*/ 3441681 h 5795027"/>
                <a:gd name="connsiteX13" fmla="*/ 0 w 4292243"/>
                <a:gd name="connsiteY13" fmla="*/ 3042471 h 5795027"/>
                <a:gd name="connsiteX14" fmla="*/ 0 w 4292243"/>
                <a:gd name="connsiteY14" fmla="*/ 2752557 h 5795027"/>
                <a:gd name="connsiteX15" fmla="*/ 0 w 4292243"/>
                <a:gd name="connsiteY15" fmla="*/ 2231503 h 5795027"/>
                <a:gd name="connsiteX16" fmla="*/ 0 w 4292243"/>
                <a:gd name="connsiteY16" fmla="*/ 2048959 h 5795027"/>
                <a:gd name="connsiteX17" fmla="*/ 559354 w 4292243"/>
                <a:gd name="connsiteY17" fmla="*/ 855573 h 5795027"/>
                <a:gd name="connsiteX18" fmla="*/ 1950071 w 4292243"/>
                <a:gd name="connsiteY18" fmla="*/ 164715 h 5795027"/>
                <a:gd name="connsiteX19" fmla="*/ 2144960 w 4292243"/>
                <a:gd name="connsiteY19" fmla="*/ 0 h 5795027"/>
                <a:gd name="connsiteX20" fmla="*/ 2332832 w 4292243"/>
                <a:gd name="connsiteY20" fmla="*/ 164715 h 5795027"/>
                <a:gd name="connsiteX21" fmla="*/ 3723546 w 4292243"/>
                <a:gd name="connsiteY21" fmla="*/ 855573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2144960 w 4282900"/>
                <a:gd name="connsiteY18" fmla="*/ 0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64279 w 4282900"/>
                <a:gd name="connsiteY17" fmla="*/ 1516418 h 5795027"/>
                <a:gd name="connsiteX18" fmla="*/ 559354 w 4282900"/>
                <a:gd name="connsiteY18" fmla="*/ 855573 h 5795027"/>
                <a:gd name="connsiteX19" fmla="*/ 2144960 w 4282900"/>
                <a:gd name="connsiteY19" fmla="*/ 0 h 5795027"/>
                <a:gd name="connsiteX0" fmla="*/ 4213242 w 4282900"/>
                <a:gd name="connsiteY0" fmla="*/ 657020 h 4939454"/>
                <a:gd name="connsiteX1" fmla="*/ 4282900 w 4282900"/>
                <a:gd name="connsiteY1" fmla="*/ 1375930 h 4939454"/>
                <a:gd name="connsiteX2" fmla="*/ 4282900 w 4282900"/>
                <a:gd name="connsiteY2" fmla="*/ 1896984 h 4939454"/>
                <a:gd name="connsiteX3" fmla="*/ 4282900 w 4282900"/>
                <a:gd name="connsiteY3" fmla="*/ 2186898 h 4939454"/>
                <a:gd name="connsiteX4" fmla="*/ 4282900 w 4282900"/>
                <a:gd name="connsiteY4" fmla="*/ 2586108 h 4939454"/>
                <a:gd name="connsiteX5" fmla="*/ 4282900 w 4282900"/>
                <a:gd name="connsiteY5" fmla="*/ 2890495 h 4939454"/>
                <a:gd name="connsiteX6" fmla="*/ 3723546 w 4282900"/>
                <a:gd name="connsiteY6" fmla="*/ 4083882 h 4939454"/>
                <a:gd name="connsiteX7" fmla="*/ 2332829 w 4282900"/>
                <a:gd name="connsiteY7" fmla="*/ 4774738 h 4939454"/>
                <a:gd name="connsiteX8" fmla="*/ 2137940 w 4282900"/>
                <a:gd name="connsiteY8" fmla="*/ 4939454 h 4939454"/>
                <a:gd name="connsiteX9" fmla="*/ 1950069 w 4282900"/>
                <a:gd name="connsiteY9" fmla="*/ 4774738 h 4939454"/>
                <a:gd name="connsiteX10" fmla="*/ 559353 w 4282900"/>
                <a:gd name="connsiteY10" fmla="*/ 4083882 h 4939454"/>
                <a:gd name="connsiteX11" fmla="*/ 0 w 4282900"/>
                <a:gd name="connsiteY11" fmla="*/ 2890495 h 4939454"/>
                <a:gd name="connsiteX12" fmla="*/ 0 w 4282900"/>
                <a:gd name="connsiteY12" fmla="*/ 2586108 h 4939454"/>
                <a:gd name="connsiteX13" fmla="*/ 0 w 4282900"/>
                <a:gd name="connsiteY13" fmla="*/ 2186898 h 4939454"/>
                <a:gd name="connsiteX14" fmla="*/ 0 w 4282900"/>
                <a:gd name="connsiteY14" fmla="*/ 1896984 h 4939454"/>
                <a:gd name="connsiteX15" fmla="*/ 0 w 4282900"/>
                <a:gd name="connsiteY15" fmla="*/ 1375930 h 4939454"/>
                <a:gd name="connsiteX16" fmla="*/ 0 w 4282900"/>
                <a:gd name="connsiteY16" fmla="*/ 1193386 h 4939454"/>
                <a:gd name="connsiteX17" fmla="*/ 64279 w 4282900"/>
                <a:gd name="connsiteY17" fmla="*/ 660845 h 4939454"/>
                <a:gd name="connsiteX18" fmla="*/ 559354 w 4282900"/>
                <a:gd name="connsiteY18" fmla="*/ 0 h 4939454"/>
                <a:gd name="connsiteX0" fmla="*/ 4213242 w 4282900"/>
                <a:gd name="connsiteY0" fmla="*/ 0 h 4282434"/>
                <a:gd name="connsiteX1" fmla="*/ 4282900 w 4282900"/>
                <a:gd name="connsiteY1" fmla="*/ 718910 h 4282434"/>
                <a:gd name="connsiteX2" fmla="*/ 4282900 w 4282900"/>
                <a:gd name="connsiteY2" fmla="*/ 1239964 h 4282434"/>
                <a:gd name="connsiteX3" fmla="*/ 4282900 w 4282900"/>
                <a:gd name="connsiteY3" fmla="*/ 1529878 h 4282434"/>
                <a:gd name="connsiteX4" fmla="*/ 4282900 w 4282900"/>
                <a:gd name="connsiteY4" fmla="*/ 1929088 h 4282434"/>
                <a:gd name="connsiteX5" fmla="*/ 4282900 w 4282900"/>
                <a:gd name="connsiteY5" fmla="*/ 2233475 h 4282434"/>
                <a:gd name="connsiteX6" fmla="*/ 3723546 w 4282900"/>
                <a:gd name="connsiteY6" fmla="*/ 3426862 h 4282434"/>
                <a:gd name="connsiteX7" fmla="*/ 2332829 w 4282900"/>
                <a:gd name="connsiteY7" fmla="*/ 4117718 h 4282434"/>
                <a:gd name="connsiteX8" fmla="*/ 2137940 w 4282900"/>
                <a:gd name="connsiteY8" fmla="*/ 4282434 h 4282434"/>
                <a:gd name="connsiteX9" fmla="*/ 1950069 w 4282900"/>
                <a:gd name="connsiteY9" fmla="*/ 4117718 h 4282434"/>
                <a:gd name="connsiteX10" fmla="*/ 559353 w 4282900"/>
                <a:gd name="connsiteY10" fmla="*/ 3426862 h 4282434"/>
                <a:gd name="connsiteX11" fmla="*/ 0 w 4282900"/>
                <a:gd name="connsiteY11" fmla="*/ 2233475 h 4282434"/>
                <a:gd name="connsiteX12" fmla="*/ 0 w 4282900"/>
                <a:gd name="connsiteY12" fmla="*/ 1929088 h 4282434"/>
                <a:gd name="connsiteX13" fmla="*/ 0 w 4282900"/>
                <a:gd name="connsiteY13" fmla="*/ 1529878 h 4282434"/>
                <a:gd name="connsiteX14" fmla="*/ 0 w 4282900"/>
                <a:gd name="connsiteY14" fmla="*/ 1239964 h 4282434"/>
                <a:gd name="connsiteX15" fmla="*/ 0 w 4282900"/>
                <a:gd name="connsiteY15" fmla="*/ 718910 h 4282434"/>
                <a:gd name="connsiteX16" fmla="*/ 0 w 4282900"/>
                <a:gd name="connsiteY16" fmla="*/ 536366 h 4282434"/>
                <a:gd name="connsiteX17" fmla="*/ 64279 w 4282900"/>
                <a:gd name="connsiteY17" fmla="*/ 3825 h 4282434"/>
                <a:gd name="connsiteX0" fmla="*/ 4213242 w 4282900"/>
                <a:gd name="connsiteY0" fmla="*/ 0 h 4282434"/>
                <a:gd name="connsiteX1" fmla="*/ 4282900 w 4282900"/>
                <a:gd name="connsiteY1" fmla="*/ 718910 h 4282434"/>
                <a:gd name="connsiteX2" fmla="*/ 4282900 w 4282900"/>
                <a:gd name="connsiteY2" fmla="*/ 1239964 h 4282434"/>
                <a:gd name="connsiteX3" fmla="*/ 4282900 w 4282900"/>
                <a:gd name="connsiteY3" fmla="*/ 1529878 h 4282434"/>
                <a:gd name="connsiteX4" fmla="*/ 4282900 w 4282900"/>
                <a:gd name="connsiteY4" fmla="*/ 1929088 h 4282434"/>
                <a:gd name="connsiteX5" fmla="*/ 4282900 w 4282900"/>
                <a:gd name="connsiteY5" fmla="*/ 2233475 h 4282434"/>
                <a:gd name="connsiteX6" fmla="*/ 3723546 w 4282900"/>
                <a:gd name="connsiteY6" fmla="*/ 3426862 h 4282434"/>
                <a:gd name="connsiteX7" fmla="*/ 2332829 w 4282900"/>
                <a:gd name="connsiteY7" fmla="*/ 4117718 h 4282434"/>
                <a:gd name="connsiteX8" fmla="*/ 2137940 w 4282900"/>
                <a:gd name="connsiteY8" fmla="*/ 4282434 h 4282434"/>
                <a:gd name="connsiteX9" fmla="*/ 1950069 w 4282900"/>
                <a:gd name="connsiteY9" fmla="*/ 4117718 h 4282434"/>
                <a:gd name="connsiteX10" fmla="*/ 559353 w 4282900"/>
                <a:gd name="connsiteY10" fmla="*/ 3426862 h 4282434"/>
                <a:gd name="connsiteX11" fmla="*/ 0 w 4282900"/>
                <a:gd name="connsiteY11" fmla="*/ 2233475 h 4282434"/>
                <a:gd name="connsiteX12" fmla="*/ 0 w 4282900"/>
                <a:gd name="connsiteY12" fmla="*/ 1929088 h 4282434"/>
                <a:gd name="connsiteX13" fmla="*/ 0 w 4282900"/>
                <a:gd name="connsiteY13" fmla="*/ 1529878 h 4282434"/>
                <a:gd name="connsiteX14" fmla="*/ 0 w 4282900"/>
                <a:gd name="connsiteY14" fmla="*/ 1239964 h 4282434"/>
                <a:gd name="connsiteX15" fmla="*/ 0 w 4282900"/>
                <a:gd name="connsiteY15" fmla="*/ 718910 h 4282434"/>
                <a:gd name="connsiteX16" fmla="*/ 0 w 4282900"/>
                <a:gd name="connsiteY16" fmla="*/ 536366 h 4282434"/>
                <a:gd name="connsiteX17" fmla="*/ 64279 w 4282900"/>
                <a:gd name="connsiteY17" fmla="*/ 3825 h 428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82900" h="4282434">
                  <a:moveTo>
                    <a:pt x="4213242" y="0"/>
                  </a:moveTo>
                  <a:cubicBezTo>
                    <a:pt x="4294511" y="306972"/>
                    <a:pt x="4271290" y="481595"/>
                    <a:pt x="4282900" y="718910"/>
                  </a:cubicBezTo>
                  <a:lnTo>
                    <a:pt x="4282900" y="1239964"/>
                  </a:lnTo>
                  <a:lnTo>
                    <a:pt x="4282900" y="1529878"/>
                  </a:lnTo>
                  <a:lnTo>
                    <a:pt x="4282900" y="1929088"/>
                  </a:lnTo>
                  <a:lnTo>
                    <a:pt x="4282900" y="2233475"/>
                  </a:lnTo>
                  <a:cubicBezTo>
                    <a:pt x="4282900" y="2849584"/>
                    <a:pt x="4108103" y="3157966"/>
                    <a:pt x="3723546" y="3426862"/>
                  </a:cubicBezTo>
                  <a:cubicBezTo>
                    <a:pt x="3323617" y="3658565"/>
                    <a:pt x="2798672" y="3757725"/>
                    <a:pt x="2332829" y="4117718"/>
                  </a:cubicBezTo>
                  <a:lnTo>
                    <a:pt x="2137940" y="4282434"/>
                  </a:lnTo>
                  <a:lnTo>
                    <a:pt x="1950069" y="4117718"/>
                  </a:lnTo>
                  <a:cubicBezTo>
                    <a:pt x="1484225" y="3757725"/>
                    <a:pt x="959280" y="3658565"/>
                    <a:pt x="559353" y="3426862"/>
                  </a:cubicBezTo>
                  <a:cubicBezTo>
                    <a:pt x="174796" y="3157966"/>
                    <a:pt x="0" y="2849584"/>
                    <a:pt x="0" y="2233475"/>
                  </a:cubicBezTo>
                  <a:lnTo>
                    <a:pt x="0" y="1929088"/>
                  </a:lnTo>
                  <a:lnTo>
                    <a:pt x="0" y="1529878"/>
                  </a:lnTo>
                  <a:lnTo>
                    <a:pt x="0" y="1239964"/>
                  </a:lnTo>
                  <a:lnTo>
                    <a:pt x="0" y="718910"/>
                  </a:lnTo>
                  <a:lnTo>
                    <a:pt x="0" y="536366"/>
                  </a:lnTo>
                  <a:cubicBezTo>
                    <a:pt x="10713" y="417185"/>
                    <a:pt x="19813" y="133066"/>
                    <a:pt x="64279" y="3825"/>
                  </a:cubicBezTo>
                </a:path>
              </a:pathLst>
            </a:custGeom>
            <a:noFill/>
            <a:ln w="25400" cap="rnd">
              <a:solidFill>
                <a:schemeClr val="bg2">
                  <a:lumMod val="75000"/>
                  <a:alpha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F0D6A17-AA80-4608-8660-8D1587A17704}"/>
                </a:ext>
              </a:extLst>
            </p:cNvPr>
            <p:cNvSpPr/>
            <p:nvPr/>
          </p:nvSpPr>
          <p:spPr>
            <a:xfrm>
              <a:off x="10536649" y="1823190"/>
              <a:ext cx="1654608" cy="3209758"/>
            </a:xfrm>
            <a:custGeom>
              <a:avLst/>
              <a:gdLst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3723546 w 4282900"/>
                <a:gd name="connsiteY2" fmla="*/ 855573 h 5795027"/>
                <a:gd name="connsiteX3" fmla="*/ 4282900 w 4282900"/>
                <a:gd name="connsiteY3" fmla="*/ 2048959 h 5795027"/>
                <a:gd name="connsiteX4" fmla="*/ 4282900 w 4282900"/>
                <a:gd name="connsiteY4" fmla="*/ 2231503 h 5795027"/>
                <a:gd name="connsiteX5" fmla="*/ 4282900 w 4282900"/>
                <a:gd name="connsiteY5" fmla="*/ 2752557 h 5795027"/>
                <a:gd name="connsiteX6" fmla="*/ 4282900 w 4282900"/>
                <a:gd name="connsiteY6" fmla="*/ 3042471 h 5795027"/>
                <a:gd name="connsiteX7" fmla="*/ 4282900 w 4282900"/>
                <a:gd name="connsiteY7" fmla="*/ 3441681 h 5795027"/>
                <a:gd name="connsiteX8" fmla="*/ 4282900 w 4282900"/>
                <a:gd name="connsiteY8" fmla="*/ 3746068 h 5795027"/>
                <a:gd name="connsiteX9" fmla="*/ 3723546 w 4282900"/>
                <a:gd name="connsiteY9" fmla="*/ 4939455 h 5795027"/>
                <a:gd name="connsiteX10" fmla="*/ 2332829 w 4282900"/>
                <a:gd name="connsiteY10" fmla="*/ 5630311 h 5795027"/>
                <a:gd name="connsiteX11" fmla="*/ 2137940 w 4282900"/>
                <a:gd name="connsiteY11" fmla="*/ 5795027 h 5795027"/>
                <a:gd name="connsiteX12" fmla="*/ 1950069 w 4282900"/>
                <a:gd name="connsiteY12" fmla="*/ 5630311 h 5795027"/>
                <a:gd name="connsiteX13" fmla="*/ 559353 w 4282900"/>
                <a:gd name="connsiteY13" fmla="*/ 4939455 h 5795027"/>
                <a:gd name="connsiteX14" fmla="*/ 0 w 4282900"/>
                <a:gd name="connsiteY14" fmla="*/ 3746068 h 5795027"/>
                <a:gd name="connsiteX15" fmla="*/ 0 w 4282900"/>
                <a:gd name="connsiteY15" fmla="*/ 3441681 h 5795027"/>
                <a:gd name="connsiteX16" fmla="*/ 0 w 4282900"/>
                <a:gd name="connsiteY16" fmla="*/ 3042471 h 5795027"/>
                <a:gd name="connsiteX17" fmla="*/ 0 w 4282900"/>
                <a:gd name="connsiteY17" fmla="*/ 2752557 h 5795027"/>
                <a:gd name="connsiteX18" fmla="*/ 0 w 4282900"/>
                <a:gd name="connsiteY18" fmla="*/ 2231503 h 5795027"/>
                <a:gd name="connsiteX19" fmla="*/ 0 w 4282900"/>
                <a:gd name="connsiteY19" fmla="*/ 2048959 h 5795027"/>
                <a:gd name="connsiteX20" fmla="*/ 559354 w 4282900"/>
                <a:gd name="connsiteY20" fmla="*/ 855573 h 5795027"/>
                <a:gd name="connsiteX21" fmla="*/ 1950071 w 4282900"/>
                <a:gd name="connsiteY21" fmla="*/ 164715 h 5795027"/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2976290 w 4282900"/>
                <a:gd name="connsiteY2" fmla="*/ 524033 h 5795027"/>
                <a:gd name="connsiteX3" fmla="*/ 3723546 w 4282900"/>
                <a:gd name="connsiteY3" fmla="*/ 855573 h 5795027"/>
                <a:gd name="connsiteX4" fmla="*/ 4282900 w 4282900"/>
                <a:gd name="connsiteY4" fmla="*/ 2048959 h 5795027"/>
                <a:gd name="connsiteX5" fmla="*/ 4282900 w 4282900"/>
                <a:gd name="connsiteY5" fmla="*/ 2231503 h 5795027"/>
                <a:gd name="connsiteX6" fmla="*/ 4282900 w 4282900"/>
                <a:gd name="connsiteY6" fmla="*/ 2752557 h 5795027"/>
                <a:gd name="connsiteX7" fmla="*/ 4282900 w 4282900"/>
                <a:gd name="connsiteY7" fmla="*/ 3042471 h 5795027"/>
                <a:gd name="connsiteX8" fmla="*/ 4282900 w 4282900"/>
                <a:gd name="connsiteY8" fmla="*/ 3441681 h 5795027"/>
                <a:gd name="connsiteX9" fmla="*/ 4282900 w 4282900"/>
                <a:gd name="connsiteY9" fmla="*/ 3746068 h 5795027"/>
                <a:gd name="connsiteX10" fmla="*/ 3723546 w 4282900"/>
                <a:gd name="connsiteY10" fmla="*/ 4939455 h 5795027"/>
                <a:gd name="connsiteX11" fmla="*/ 2332829 w 4282900"/>
                <a:gd name="connsiteY11" fmla="*/ 5630311 h 5795027"/>
                <a:gd name="connsiteX12" fmla="*/ 2137940 w 4282900"/>
                <a:gd name="connsiteY12" fmla="*/ 5795027 h 5795027"/>
                <a:gd name="connsiteX13" fmla="*/ 1950069 w 4282900"/>
                <a:gd name="connsiteY13" fmla="*/ 5630311 h 5795027"/>
                <a:gd name="connsiteX14" fmla="*/ 559353 w 4282900"/>
                <a:gd name="connsiteY14" fmla="*/ 4939455 h 5795027"/>
                <a:gd name="connsiteX15" fmla="*/ 0 w 4282900"/>
                <a:gd name="connsiteY15" fmla="*/ 3746068 h 5795027"/>
                <a:gd name="connsiteX16" fmla="*/ 0 w 4282900"/>
                <a:gd name="connsiteY16" fmla="*/ 3441681 h 5795027"/>
                <a:gd name="connsiteX17" fmla="*/ 0 w 4282900"/>
                <a:gd name="connsiteY17" fmla="*/ 3042471 h 5795027"/>
                <a:gd name="connsiteX18" fmla="*/ 0 w 4282900"/>
                <a:gd name="connsiteY18" fmla="*/ 2752557 h 5795027"/>
                <a:gd name="connsiteX19" fmla="*/ 0 w 4282900"/>
                <a:gd name="connsiteY19" fmla="*/ 2231503 h 5795027"/>
                <a:gd name="connsiteX20" fmla="*/ 0 w 4282900"/>
                <a:gd name="connsiteY20" fmla="*/ 2048959 h 5795027"/>
                <a:gd name="connsiteX21" fmla="*/ 559354 w 4282900"/>
                <a:gd name="connsiteY21" fmla="*/ 855573 h 5795027"/>
                <a:gd name="connsiteX22" fmla="*/ 1950071 w 4282900"/>
                <a:gd name="connsiteY22" fmla="*/ 164715 h 5795027"/>
                <a:gd name="connsiteX23" fmla="*/ 2144960 w 4282900"/>
                <a:gd name="connsiteY23" fmla="*/ 0 h 5795027"/>
                <a:gd name="connsiteX0" fmla="*/ 3723546 w 4282900"/>
                <a:gd name="connsiteY0" fmla="*/ 855573 h 5795027"/>
                <a:gd name="connsiteX1" fmla="*/ 4282900 w 4282900"/>
                <a:gd name="connsiteY1" fmla="*/ 2048959 h 5795027"/>
                <a:gd name="connsiteX2" fmla="*/ 4282900 w 4282900"/>
                <a:gd name="connsiteY2" fmla="*/ 2231503 h 5795027"/>
                <a:gd name="connsiteX3" fmla="*/ 4282900 w 4282900"/>
                <a:gd name="connsiteY3" fmla="*/ 2752557 h 5795027"/>
                <a:gd name="connsiteX4" fmla="*/ 4282900 w 4282900"/>
                <a:gd name="connsiteY4" fmla="*/ 3042471 h 5795027"/>
                <a:gd name="connsiteX5" fmla="*/ 4282900 w 4282900"/>
                <a:gd name="connsiteY5" fmla="*/ 3441681 h 5795027"/>
                <a:gd name="connsiteX6" fmla="*/ 4282900 w 4282900"/>
                <a:gd name="connsiteY6" fmla="*/ 3746068 h 5795027"/>
                <a:gd name="connsiteX7" fmla="*/ 3723546 w 4282900"/>
                <a:gd name="connsiteY7" fmla="*/ 4939455 h 5795027"/>
                <a:gd name="connsiteX8" fmla="*/ 2332829 w 4282900"/>
                <a:gd name="connsiteY8" fmla="*/ 5630311 h 5795027"/>
                <a:gd name="connsiteX9" fmla="*/ 2137940 w 4282900"/>
                <a:gd name="connsiteY9" fmla="*/ 5795027 h 5795027"/>
                <a:gd name="connsiteX10" fmla="*/ 1950069 w 4282900"/>
                <a:gd name="connsiteY10" fmla="*/ 5630311 h 5795027"/>
                <a:gd name="connsiteX11" fmla="*/ 559353 w 4282900"/>
                <a:gd name="connsiteY11" fmla="*/ 4939455 h 5795027"/>
                <a:gd name="connsiteX12" fmla="*/ 0 w 4282900"/>
                <a:gd name="connsiteY12" fmla="*/ 3746068 h 5795027"/>
                <a:gd name="connsiteX13" fmla="*/ 0 w 4282900"/>
                <a:gd name="connsiteY13" fmla="*/ 3441681 h 5795027"/>
                <a:gd name="connsiteX14" fmla="*/ 0 w 4282900"/>
                <a:gd name="connsiteY14" fmla="*/ 3042471 h 5795027"/>
                <a:gd name="connsiteX15" fmla="*/ 0 w 4282900"/>
                <a:gd name="connsiteY15" fmla="*/ 2752557 h 5795027"/>
                <a:gd name="connsiteX16" fmla="*/ 0 w 4282900"/>
                <a:gd name="connsiteY16" fmla="*/ 2231503 h 5795027"/>
                <a:gd name="connsiteX17" fmla="*/ 0 w 4282900"/>
                <a:gd name="connsiteY17" fmla="*/ 2048959 h 5795027"/>
                <a:gd name="connsiteX18" fmla="*/ 559354 w 4282900"/>
                <a:gd name="connsiteY18" fmla="*/ 855573 h 5795027"/>
                <a:gd name="connsiteX19" fmla="*/ 1950071 w 4282900"/>
                <a:gd name="connsiteY19" fmla="*/ 164715 h 5795027"/>
                <a:gd name="connsiteX20" fmla="*/ 2144960 w 4282900"/>
                <a:gd name="connsiteY20" fmla="*/ 0 h 5795027"/>
                <a:gd name="connsiteX21" fmla="*/ 2332832 w 4282900"/>
                <a:gd name="connsiteY21" fmla="*/ 164715 h 5795027"/>
                <a:gd name="connsiteX22" fmla="*/ 2976290 w 4282900"/>
                <a:gd name="connsiteY22" fmla="*/ 524033 h 5795027"/>
                <a:gd name="connsiteX23" fmla="*/ 3888635 w 4282900"/>
                <a:gd name="connsiteY23" fmla="*/ 1020662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2976290 w 4282900"/>
                <a:gd name="connsiteY21" fmla="*/ 524033 h 5795027"/>
                <a:gd name="connsiteX22" fmla="*/ 3888635 w 4282900"/>
                <a:gd name="connsiteY22" fmla="*/ 1020662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2976290 w 4282900"/>
                <a:gd name="connsiteY21" fmla="*/ 524033 h 5795027"/>
                <a:gd name="connsiteX0" fmla="*/ 4282900 w 4282900"/>
                <a:gd name="connsiteY0" fmla="*/ 2231503 h 5795027"/>
                <a:gd name="connsiteX1" fmla="*/ 4282900 w 4282900"/>
                <a:gd name="connsiteY1" fmla="*/ 2752557 h 5795027"/>
                <a:gd name="connsiteX2" fmla="*/ 4282900 w 4282900"/>
                <a:gd name="connsiteY2" fmla="*/ 3042471 h 5795027"/>
                <a:gd name="connsiteX3" fmla="*/ 4282900 w 4282900"/>
                <a:gd name="connsiteY3" fmla="*/ 3441681 h 5795027"/>
                <a:gd name="connsiteX4" fmla="*/ 4282900 w 4282900"/>
                <a:gd name="connsiteY4" fmla="*/ 3746068 h 5795027"/>
                <a:gd name="connsiteX5" fmla="*/ 3723546 w 4282900"/>
                <a:gd name="connsiteY5" fmla="*/ 4939455 h 5795027"/>
                <a:gd name="connsiteX6" fmla="*/ 2332829 w 4282900"/>
                <a:gd name="connsiteY6" fmla="*/ 5630311 h 5795027"/>
                <a:gd name="connsiteX7" fmla="*/ 2137940 w 4282900"/>
                <a:gd name="connsiteY7" fmla="*/ 5795027 h 5795027"/>
                <a:gd name="connsiteX8" fmla="*/ 1950069 w 4282900"/>
                <a:gd name="connsiteY8" fmla="*/ 5630311 h 5795027"/>
                <a:gd name="connsiteX9" fmla="*/ 559353 w 4282900"/>
                <a:gd name="connsiteY9" fmla="*/ 4939455 h 5795027"/>
                <a:gd name="connsiteX10" fmla="*/ 0 w 4282900"/>
                <a:gd name="connsiteY10" fmla="*/ 3746068 h 5795027"/>
                <a:gd name="connsiteX11" fmla="*/ 0 w 4282900"/>
                <a:gd name="connsiteY11" fmla="*/ 3441681 h 5795027"/>
                <a:gd name="connsiteX12" fmla="*/ 0 w 4282900"/>
                <a:gd name="connsiteY12" fmla="*/ 3042471 h 5795027"/>
                <a:gd name="connsiteX13" fmla="*/ 0 w 4282900"/>
                <a:gd name="connsiteY13" fmla="*/ 2752557 h 5795027"/>
                <a:gd name="connsiteX14" fmla="*/ 0 w 4282900"/>
                <a:gd name="connsiteY14" fmla="*/ 2231503 h 5795027"/>
                <a:gd name="connsiteX15" fmla="*/ 0 w 4282900"/>
                <a:gd name="connsiteY15" fmla="*/ 2048959 h 5795027"/>
                <a:gd name="connsiteX16" fmla="*/ 559354 w 4282900"/>
                <a:gd name="connsiteY16" fmla="*/ 855573 h 5795027"/>
                <a:gd name="connsiteX17" fmla="*/ 1950071 w 4282900"/>
                <a:gd name="connsiteY17" fmla="*/ 164715 h 5795027"/>
                <a:gd name="connsiteX18" fmla="*/ 2144960 w 4282900"/>
                <a:gd name="connsiteY18" fmla="*/ 0 h 5795027"/>
                <a:gd name="connsiteX19" fmla="*/ 2332832 w 4282900"/>
                <a:gd name="connsiteY19" fmla="*/ 164715 h 5795027"/>
                <a:gd name="connsiteX20" fmla="*/ 2976290 w 4282900"/>
                <a:gd name="connsiteY20" fmla="*/ 524033 h 5795027"/>
                <a:gd name="connsiteX0" fmla="*/ 4282900 w 4282900"/>
                <a:gd name="connsiteY0" fmla="*/ 2752557 h 5795027"/>
                <a:gd name="connsiteX1" fmla="*/ 4282900 w 4282900"/>
                <a:gd name="connsiteY1" fmla="*/ 3042471 h 5795027"/>
                <a:gd name="connsiteX2" fmla="*/ 4282900 w 4282900"/>
                <a:gd name="connsiteY2" fmla="*/ 3441681 h 5795027"/>
                <a:gd name="connsiteX3" fmla="*/ 4282900 w 4282900"/>
                <a:gd name="connsiteY3" fmla="*/ 3746068 h 5795027"/>
                <a:gd name="connsiteX4" fmla="*/ 3723546 w 4282900"/>
                <a:gd name="connsiteY4" fmla="*/ 4939455 h 5795027"/>
                <a:gd name="connsiteX5" fmla="*/ 2332829 w 4282900"/>
                <a:gd name="connsiteY5" fmla="*/ 5630311 h 5795027"/>
                <a:gd name="connsiteX6" fmla="*/ 2137940 w 4282900"/>
                <a:gd name="connsiteY6" fmla="*/ 5795027 h 5795027"/>
                <a:gd name="connsiteX7" fmla="*/ 1950069 w 4282900"/>
                <a:gd name="connsiteY7" fmla="*/ 5630311 h 5795027"/>
                <a:gd name="connsiteX8" fmla="*/ 559353 w 4282900"/>
                <a:gd name="connsiteY8" fmla="*/ 4939455 h 5795027"/>
                <a:gd name="connsiteX9" fmla="*/ 0 w 4282900"/>
                <a:gd name="connsiteY9" fmla="*/ 3746068 h 5795027"/>
                <a:gd name="connsiteX10" fmla="*/ 0 w 4282900"/>
                <a:gd name="connsiteY10" fmla="*/ 3441681 h 5795027"/>
                <a:gd name="connsiteX11" fmla="*/ 0 w 4282900"/>
                <a:gd name="connsiteY11" fmla="*/ 3042471 h 5795027"/>
                <a:gd name="connsiteX12" fmla="*/ 0 w 4282900"/>
                <a:gd name="connsiteY12" fmla="*/ 2752557 h 5795027"/>
                <a:gd name="connsiteX13" fmla="*/ 0 w 4282900"/>
                <a:gd name="connsiteY13" fmla="*/ 2231503 h 5795027"/>
                <a:gd name="connsiteX14" fmla="*/ 0 w 4282900"/>
                <a:gd name="connsiteY14" fmla="*/ 2048959 h 5795027"/>
                <a:gd name="connsiteX15" fmla="*/ 559354 w 4282900"/>
                <a:gd name="connsiteY15" fmla="*/ 855573 h 5795027"/>
                <a:gd name="connsiteX16" fmla="*/ 1950071 w 4282900"/>
                <a:gd name="connsiteY16" fmla="*/ 164715 h 5795027"/>
                <a:gd name="connsiteX17" fmla="*/ 2144960 w 4282900"/>
                <a:gd name="connsiteY17" fmla="*/ 0 h 5795027"/>
                <a:gd name="connsiteX18" fmla="*/ 2332832 w 4282900"/>
                <a:gd name="connsiteY18" fmla="*/ 164715 h 5795027"/>
                <a:gd name="connsiteX19" fmla="*/ 2976290 w 4282900"/>
                <a:gd name="connsiteY19" fmla="*/ 524033 h 5795027"/>
                <a:gd name="connsiteX0" fmla="*/ 4282900 w 4282900"/>
                <a:gd name="connsiteY0" fmla="*/ 3042471 h 5795027"/>
                <a:gd name="connsiteX1" fmla="*/ 4282900 w 4282900"/>
                <a:gd name="connsiteY1" fmla="*/ 3441681 h 5795027"/>
                <a:gd name="connsiteX2" fmla="*/ 4282900 w 4282900"/>
                <a:gd name="connsiteY2" fmla="*/ 3746068 h 5795027"/>
                <a:gd name="connsiteX3" fmla="*/ 3723546 w 4282900"/>
                <a:gd name="connsiteY3" fmla="*/ 4939455 h 5795027"/>
                <a:gd name="connsiteX4" fmla="*/ 2332829 w 4282900"/>
                <a:gd name="connsiteY4" fmla="*/ 5630311 h 5795027"/>
                <a:gd name="connsiteX5" fmla="*/ 2137940 w 4282900"/>
                <a:gd name="connsiteY5" fmla="*/ 5795027 h 5795027"/>
                <a:gd name="connsiteX6" fmla="*/ 1950069 w 4282900"/>
                <a:gd name="connsiteY6" fmla="*/ 5630311 h 5795027"/>
                <a:gd name="connsiteX7" fmla="*/ 559353 w 4282900"/>
                <a:gd name="connsiteY7" fmla="*/ 4939455 h 5795027"/>
                <a:gd name="connsiteX8" fmla="*/ 0 w 4282900"/>
                <a:gd name="connsiteY8" fmla="*/ 3746068 h 5795027"/>
                <a:gd name="connsiteX9" fmla="*/ 0 w 4282900"/>
                <a:gd name="connsiteY9" fmla="*/ 3441681 h 5795027"/>
                <a:gd name="connsiteX10" fmla="*/ 0 w 4282900"/>
                <a:gd name="connsiteY10" fmla="*/ 3042471 h 5795027"/>
                <a:gd name="connsiteX11" fmla="*/ 0 w 4282900"/>
                <a:gd name="connsiteY11" fmla="*/ 2752557 h 5795027"/>
                <a:gd name="connsiteX12" fmla="*/ 0 w 4282900"/>
                <a:gd name="connsiteY12" fmla="*/ 2231503 h 5795027"/>
                <a:gd name="connsiteX13" fmla="*/ 0 w 4282900"/>
                <a:gd name="connsiteY13" fmla="*/ 2048959 h 5795027"/>
                <a:gd name="connsiteX14" fmla="*/ 559354 w 4282900"/>
                <a:gd name="connsiteY14" fmla="*/ 855573 h 5795027"/>
                <a:gd name="connsiteX15" fmla="*/ 1950071 w 4282900"/>
                <a:gd name="connsiteY15" fmla="*/ 164715 h 5795027"/>
                <a:gd name="connsiteX16" fmla="*/ 2144960 w 4282900"/>
                <a:gd name="connsiteY16" fmla="*/ 0 h 5795027"/>
                <a:gd name="connsiteX17" fmla="*/ 2332832 w 4282900"/>
                <a:gd name="connsiteY17" fmla="*/ 164715 h 5795027"/>
                <a:gd name="connsiteX18" fmla="*/ 2976290 w 4282900"/>
                <a:gd name="connsiteY18" fmla="*/ 524033 h 5795027"/>
                <a:gd name="connsiteX0" fmla="*/ 4282900 w 4282900"/>
                <a:gd name="connsiteY0" fmla="*/ 3441681 h 5795027"/>
                <a:gd name="connsiteX1" fmla="*/ 4282900 w 4282900"/>
                <a:gd name="connsiteY1" fmla="*/ 3746068 h 5795027"/>
                <a:gd name="connsiteX2" fmla="*/ 3723546 w 4282900"/>
                <a:gd name="connsiteY2" fmla="*/ 4939455 h 5795027"/>
                <a:gd name="connsiteX3" fmla="*/ 2332829 w 4282900"/>
                <a:gd name="connsiteY3" fmla="*/ 5630311 h 5795027"/>
                <a:gd name="connsiteX4" fmla="*/ 2137940 w 4282900"/>
                <a:gd name="connsiteY4" fmla="*/ 5795027 h 5795027"/>
                <a:gd name="connsiteX5" fmla="*/ 1950069 w 4282900"/>
                <a:gd name="connsiteY5" fmla="*/ 5630311 h 5795027"/>
                <a:gd name="connsiteX6" fmla="*/ 559353 w 4282900"/>
                <a:gd name="connsiteY6" fmla="*/ 4939455 h 5795027"/>
                <a:gd name="connsiteX7" fmla="*/ 0 w 4282900"/>
                <a:gd name="connsiteY7" fmla="*/ 3746068 h 5795027"/>
                <a:gd name="connsiteX8" fmla="*/ 0 w 4282900"/>
                <a:gd name="connsiteY8" fmla="*/ 3441681 h 5795027"/>
                <a:gd name="connsiteX9" fmla="*/ 0 w 4282900"/>
                <a:gd name="connsiteY9" fmla="*/ 3042471 h 5795027"/>
                <a:gd name="connsiteX10" fmla="*/ 0 w 4282900"/>
                <a:gd name="connsiteY10" fmla="*/ 2752557 h 5795027"/>
                <a:gd name="connsiteX11" fmla="*/ 0 w 4282900"/>
                <a:gd name="connsiteY11" fmla="*/ 2231503 h 5795027"/>
                <a:gd name="connsiteX12" fmla="*/ 0 w 4282900"/>
                <a:gd name="connsiteY12" fmla="*/ 2048959 h 5795027"/>
                <a:gd name="connsiteX13" fmla="*/ 559354 w 4282900"/>
                <a:gd name="connsiteY13" fmla="*/ 855573 h 5795027"/>
                <a:gd name="connsiteX14" fmla="*/ 1950071 w 4282900"/>
                <a:gd name="connsiteY14" fmla="*/ 164715 h 5795027"/>
                <a:gd name="connsiteX15" fmla="*/ 2144960 w 4282900"/>
                <a:gd name="connsiteY15" fmla="*/ 0 h 5795027"/>
                <a:gd name="connsiteX16" fmla="*/ 2332832 w 4282900"/>
                <a:gd name="connsiteY16" fmla="*/ 164715 h 5795027"/>
                <a:gd name="connsiteX17" fmla="*/ 2976290 w 4282900"/>
                <a:gd name="connsiteY17" fmla="*/ 524033 h 5795027"/>
                <a:gd name="connsiteX0" fmla="*/ 4282900 w 4282900"/>
                <a:gd name="connsiteY0" fmla="*/ 3441681 h 5795027"/>
                <a:gd name="connsiteX1" fmla="*/ 3723546 w 4282900"/>
                <a:gd name="connsiteY1" fmla="*/ 4939455 h 5795027"/>
                <a:gd name="connsiteX2" fmla="*/ 2332829 w 4282900"/>
                <a:gd name="connsiteY2" fmla="*/ 5630311 h 5795027"/>
                <a:gd name="connsiteX3" fmla="*/ 2137940 w 4282900"/>
                <a:gd name="connsiteY3" fmla="*/ 5795027 h 5795027"/>
                <a:gd name="connsiteX4" fmla="*/ 1950069 w 4282900"/>
                <a:gd name="connsiteY4" fmla="*/ 5630311 h 5795027"/>
                <a:gd name="connsiteX5" fmla="*/ 559353 w 4282900"/>
                <a:gd name="connsiteY5" fmla="*/ 4939455 h 5795027"/>
                <a:gd name="connsiteX6" fmla="*/ 0 w 4282900"/>
                <a:gd name="connsiteY6" fmla="*/ 3746068 h 5795027"/>
                <a:gd name="connsiteX7" fmla="*/ 0 w 4282900"/>
                <a:gd name="connsiteY7" fmla="*/ 3441681 h 5795027"/>
                <a:gd name="connsiteX8" fmla="*/ 0 w 4282900"/>
                <a:gd name="connsiteY8" fmla="*/ 3042471 h 5795027"/>
                <a:gd name="connsiteX9" fmla="*/ 0 w 4282900"/>
                <a:gd name="connsiteY9" fmla="*/ 2752557 h 5795027"/>
                <a:gd name="connsiteX10" fmla="*/ 0 w 4282900"/>
                <a:gd name="connsiteY10" fmla="*/ 2231503 h 5795027"/>
                <a:gd name="connsiteX11" fmla="*/ 0 w 4282900"/>
                <a:gd name="connsiteY11" fmla="*/ 2048959 h 5795027"/>
                <a:gd name="connsiteX12" fmla="*/ 559354 w 4282900"/>
                <a:gd name="connsiteY12" fmla="*/ 855573 h 5795027"/>
                <a:gd name="connsiteX13" fmla="*/ 1950071 w 4282900"/>
                <a:gd name="connsiteY13" fmla="*/ 164715 h 5795027"/>
                <a:gd name="connsiteX14" fmla="*/ 2144960 w 4282900"/>
                <a:gd name="connsiteY14" fmla="*/ 0 h 5795027"/>
                <a:gd name="connsiteX15" fmla="*/ 2332832 w 4282900"/>
                <a:gd name="connsiteY15" fmla="*/ 164715 h 5795027"/>
                <a:gd name="connsiteX16" fmla="*/ 2976290 w 4282900"/>
                <a:gd name="connsiteY16" fmla="*/ 524033 h 5795027"/>
                <a:gd name="connsiteX0" fmla="*/ 3723546 w 3723546"/>
                <a:gd name="connsiteY0" fmla="*/ 4939455 h 5795027"/>
                <a:gd name="connsiteX1" fmla="*/ 2332829 w 3723546"/>
                <a:gd name="connsiteY1" fmla="*/ 5630311 h 5795027"/>
                <a:gd name="connsiteX2" fmla="*/ 2137940 w 3723546"/>
                <a:gd name="connsiteY2" fmla="*/ 5795027 h 5795027"/>
                <a:gd name="connsiteX3" fmla="*/ 1950069 w 3723546"/>
                <a:gd name="connsiteY3" fmla="*/ 5630311 h 5795027"/>
                <a:gd name="connsiteX4" fmla="*/ 559353 w 3723546"/>
                <a:gd name="connsiteY4" fmla="*/ 4939455 h 5795027"/>
                <a:gd name="connsiteX5" fmla="*/ 0 w 3723546"/>
                <a:gd name="connsiteY5" fmla="*/ 3746068 h 5795027"/>
                <a:gd name="connsiteX6" fmla="*/ 0 w 3723546"/>
                <a:gd name="connsiteY6" fmla="*/ 3441681 h 5795027"/>
                <a:gd name="connsiteX7" fmla="*/ 0 w 3723546"/>
                <a:gd name="connsiteY7" fmla="*/ 3042471 h 5795027"/>
                <a:gd name="connsiteX8" fmla="*/ 0 w 3723546"/>
                <a:gd name="connsiteY8" fmla="*/ 2752557 h 5795027"/>
                <a:gd name="connsiteX9" fmla="*/ 0 w 3723546"/>
                <a:gd name="connsiteY9" fmla="*/ 2231503 h 5795027"/>
                <a:gd name="connsiteX10" fmla="*/ 0 w 3723546"/>
                <a:gd name="connsiteY10" fmla="*/ 2048959 h 5795027"/>
                <a:gd name="connsiteX11" fmla="*/ 559354 w 3723546"/>
                <a:gd name="connsiteY11" fmla="*/ 855573 h 5795027"/>
                <a:gd name="connsiteX12" fmla="*/ 1950071 w 3723546"/>
                <a:gd name="connsiteY12" fmla="*/ 164715 h 5795027"/>
                <a:gd name="connsiteX13" fmla="*/ 2144960 w 3723546"/>
                <a:gd name="connsiteY13" fmla="*/ 0 h 5795027"/>
                <a:gd name="connsiteX14" fmla="*/ 2332832 w 3723546"/>
                <a:gd name="connsiteY14" fmla="*/ 164715 h 5795027"/>
                <a:gd name="connsiteX15" fmla="*/ 2976290 w 3723546"/>
                <a:gd name="connsiteY15" fmla="*/ 524033 h 5795027"/>
                <a:gd name="connsiteX0" fmla="*/ 3723546 w 3723546"/>
                <a:gd name="connsiteY0" fmla="*/ 4939455 h 5795027"/>
                <a:gd name="connsiteX1" fmla="*/ 2989878 w 3723546"/>
                <a:gd name="connsiteY1" fmla="*/ 5266109 h 5795027"/>
                <a:gd name="connsiteX2" fmla="*/ 2332829 w 3723546"/>
                <a:gd name="connsiteY2" fmla="*/ 5630311 h 5795027"/>
                <a:gd name="connsiteX3" fmla="*/ 2137940 w 3723546"/>
                <a:gd name="connsiteY3" fmla="*/ 5795027 h 5795027"/>
                <a:gd name="connsiteX4" fmla="*/ 1950069 w 3723546"/>
                <a:gd name="connsiteY4" fmla="*/ 5630311 h 5795027"/>
                <a:gd name="connsiteX5" fmla="*/ 559353 w 3723546"/>
                <a:gd name="connsiteY5" fmla="*/ 4939455 h 5795027"/>
                <a:gd name="connsiteX6" fmla="*/ 0 w 3723546"/>
                <a:gd name="connsiteY6" fmla="*/ 3746068 h 5795027"/>
                <a:gd name="connsiteX7" fmla="*/ 0 w 3723546"/>
                <a:gd name="connsiteY7" fmla="*/ 3441681 h 5795027"/>
                <a:gd name="connsiteX8" fmla="*/ 0 w 3723546"/>
                <a:gd name="connsiteY8" fmla="*/ 3042471 h 5795027"/>
                <a:gd name="connsiteX9" fmla="*/ 0 w 3723546"/>
                <a:gd name="connsiteY9" fmla="*/ 2752557 h 5795027"/>
                <a:gd name="connsiteX10" fmla="*/ 0 w 3723546"/>
                <a:gd name="connsiteY10" fmla="*/ 2231503 h 5795027"/>
                <a:gd name="connsiteX11" fmla="*/ 0 w 3723546"/>
                <a:gd name="connsiteY11" fmla="*/ 2048959 h 5795027"/>
                <a:gd name="connsiteX12" fmla="*/ 559354 w 3723546"/>
                <a:gd name="connsiteY12" fmla="*/ 855573 h 5795027"/>
                <a:gd name="connsiteX13" fmla="*/ 1950071 w 3723546"/>
                <a:gd name="connsiteY13" fmla="*/ 164715 h 5795027"/>
                <a:gd name="connsiteX14" fmla="*/ 2144960 w 3723546"/>
                <a:gd name="connsiteY14" fmla="*/ 0 h 5795027"/>
                <a:gd name="connsiteX15" fmla="*/ 2332832 w 3723546"/>
                <a:gd name="connsiteY15" fmla="*/ 164715 h 5795027"/>
                <a:gd name="connsiteX16" fmla="*/ 2976290 w 3723546"/>
                <a:gd name="connsiteY16" fmla="*/ 524033 h 5795027"/>
                <a:gd name="connsiteX0" fmla="*/ 2989878 w 2989878"/>
                <a:gd name="connsiteY0" fmla="*/ 5266109 h 5795027"/>
                <a:gd name="connsiteX1" fmla="*/ 2332829 w 2989878"/>
                <a:gd name="connsiteY1" fmla="*/ 5630311 h 5795027"/>
                <a:gd name="connsiteX2" fmla="*/ 2137940 w 2989878"/>
                <a:gd name="connsiteY2" fmla="*/ 5795027 h 5795027"/>
                <a:gd name="connsiteX3" fmla="*/ 1950069 w 2989878"/>
                <a:gd name="connsiteY3" fmla="*/ 5630311 h 5795027"/>
                <a:gd name="connsiteX4" fmla="*/ 559353 w 2989878"/>
                <a:gd name="connsiteY4" fmla="*/ 4939455 h 5795027"/>
                <a:gd name="connsiteX5" fmla="*/ 0 w 2989878"/>
                <a:gd name="connsiteY5" fmla="*/ 3746068 h 5795027"/>
                <a:gd name="connsiteX6" fmla="*/ 0 w 2989878"/>
                <a:gd name="connsiteY6" fmla="*/ 3441681 h 5795027"/>
                <a:gd name="connsiteX7" fmla="*/ 0 w 2989878"/>
                <a:gd name="connsiteY7" fmla="*/ 3042471 h 5795027"/>
                <a:gd name="connsiteX8" fmla="*/ 0 w 2989878"/>
                <a:gd name="connsiteY8" fmla="*/ 2752557 h 5795027"/>
                <a:gd name="connsiteX9" fmla="*/ 0 w 2989878"/>
                <a:gd name="connsiteY9" fmla="*/ 2231503 h 5795027"/>
                <a:gd name="connsiteX10" fmla="*/ 0 w 2989878"/>
                <a:gd name="connsiteY10" fmla="*/ 2048959 h 5795027"/>
                <a:gd name="connsiteX11" fmla="*/ 559354 w 2989878"/>
                <a:gd name="connsiteY11" fmla="*/ 855573 h 5795027"/>
                <a:gd name="connsiteX12" fmla="*/ 1950071 w 2989878"/>
                <a:gd name="connsiteY12" fmla="*/ 164715 h 5795027"/>
                <a:gd name="connsiteX13" fmla="*/ 2144960 w 2989878"/>
                <a:gd name="connsiteY13" fmla="*/ 0 h 5795027"/>
                <a:gd name="connsiteX14" fmla="*/ 2332832 w 2989878"/>
                <a:gd name="connsiteY14" fmla="*/ 164715 h 5795027"/>
                <a:gd name="connsiteX15" fmla="*/ 2976290 w 2989878"/>
                <a:gd name="connsiteY15" fmla="*/ 524033 h 5795027"/>
                <a:gd name="connsiteX0" fmla="*/ 2989878 w 2989878"/>
                <a:gd name="connsiteY0" fmla="*/ 5266109 h 5795027"/>
                <a:gd name="connsiteX1" fmla="*/ 2332829 w 2989878"/>
                <a:gd name="connsiteY1" fmla="*/ 5630311 h 5795027"/>
                <a:gd name="connsiteX2" fmla="*/ 2137940 w 2989878"/>
                <a:gd name="connsiteY2" fmla="*/ 5795027 h 5795027"/>
                <a:gd name="connsiteX3" fmla="*/ 1950069 w 2989878"/>
                <a:gd name="connsiteY3" fmla="*/ 5630311 h 5795027"/>
                <a:gd name="connsiteX4" fmla="*/ 559353 w 2989878"/>
                <a:gd name="connsiteY4" fmla="*/ 4939455 h 5795027"/>
                <a:gd name="connsiteX5" fmla="*/ 0 w 2989878"/>
                <a:gd name="connsiteY5" fmla="*/ 3746068 h 5795027"/>
                <a:gd name="connsiteX6" fmla="*/ 0 w 2989878"/>
                <a:gd name="connsiteY6" fmla="*/ 3441681 h 5795027"/>
                <a:gd name="connsiteX7" fmla="*/ 0 w 2989878"/>
                <a:gd name="connsiteY7" fmla="*/ 3042471 h 5795027"/>
                <a:gd name="connsiteX8" fmla="*/ 0 w 2989878"/>
                <a:gd name="connsiteY8" fmla="*/ 2752557 h 5795027"/>
                <a:gd name="connsiteX9" fmla="*/ 0 w 2989878"/>
                <a:gd name="connsiteY9" fmla="*/ 2231503 h 5795027"/>
                <a:gd name="connsiteX10" fmla="*/ 0 w 2989878"/>
                <a:gd name="connsiteY10" fmla="*/ 2048959 h 5795027"/>
                <a:gd name="connsiteX11" fmla="*/ 559354 w 2989878"/>
                <a:gd name="connsiteY11" fmla="*/ 855573 h 5795027"/>
                <a:gd name="connsiteX12" fmla="*/ 1950071 w 2989878"/>
                <a:gd name="connsiteY12" fmla="*/ 164715 h 5795027"/>
                <a:gd name="connsiteX13" fmla="*/ 2144960 w 2989878"/>
                <a:gd name="connsiteY13" fmla="*/ 0 h 5795027"/>
                <a:gd name="connsiteX14" fmla="*/ 2332832 w 2989878"/>
                <a:gd name="connsiteY14" fmla="*/ 164715 h 5795027"/>
                <a:gd name="connsiteX15" fmla="*/ 2976290 w 2989878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87296"/>
                <a:gd name="connsiteY0" fmla="*/ 5266109 h 5795027"/>
                <a:gd name="connsiteX1" fmla="*/ 2332829 w 2987296"/>
                <a:gd name="connsiteY1" fmla="*/ 5630311 h 5795027"/>
                <a:gd name="connsiteX2" fmla="*/ 2137940 w 2987296"/>
                <a:gd name="connsiteY2" fmla="*/ 5795027 h 5795027"/>
                <a:gd name="connsiteX3" fmla="*/ 1950069 w 2987296"/>
                <a:gd name="connsiteY3" fmla="*/ 5630311 h 5795027"/>
                <a:gd name="connsiteX4" fmla="*/ 559353 w 2987296"/>
                <a:gd name="connsiteY4" fmla="*/ 4939455 h 5795027"/>
                <a:gd name="connsiteX5" fmla="*/ 0 w 2987296"/>
                <a:gd name="connsiteY5" fmla="*/ 3746068 h 5795027"/>
                <a:gd name="connsiteX6" fmla="*/ 0 w 2987296"/>
                <a:gd name="connsiteY6" fmla="*/ 3441681 h 5795027"/>
                <a:gd name="connsiteX7" fmla="*/ 0 w 2987296"/>
                <a:gd name="connsiteY7" fmla="*/ 3042471 h 5795027"/>
                <a:gd name="connsiteX8" fmla="*/ 0 w 2987296"/>
                <a:gd name="connsiteY8" fmla="*/ 2752557 h 5795027"/>
                <a:gd name="connsiteX9" fmla="*/ 0 w 2987296"/>
                <a:gd name="connsiteY9" fmla="*/ 2231503 h 5795027"/>
                <a:gd name="connsiteX10" fmla="*/ 0 w 2987296"/>
                <a:gd name="connsiteY10" fmla="*/ 2048959 h 5795027"/>
                <a:gd name="connsiteX11" fmla="*/ 559354 w 2987296"/>
                <a:gd name="connsiteY11" fmla="*/ 855573 h 5795027"/>
                <a:gd name="connsiteX12" fmla="*/ 1950071 w 2987296"/>
                <a:gd name="connsiteY12" fmla="*/ 164715 h 5795027"/>
                <a:gd name="connsiteX13" fmla="*/ 2144960 w 2987296"/>
                <a:gd name="connsiteY13" fmla="*/ 0 h 5795027"/>
                <a:gd name="connsiteX14" fmla="*/ 2332832 w 2987296"/>
                <a:gd name="connsiteY14" fmla="*/ 164715 h 5795027"/>
                <a:gd name="connsiteX15" fmla="*/ 2987296 w 2987296"/>
                <a:gd name="connsiteY15" fmla="*/ 557051 h 5795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987296" h="5795027">
                  <a:moveTo>
                    <a:pt x="2955049" y="5266109"/>
                  </a:moveTo>
                  <a:cubicBezTo>
                    <a:pt x="2737194" y="5332489"/>
                    <a:pt x="2474819" y="5542158"/>
                    <a:pt x="2332829" y="5630311"/>
                  </a:cubicBezTo>
                  <a:lnTo>
                    <a:pt x="2137940" y="5795027"/>
                  </a:lnTo>
                  <a:lnTo>
                    <a:pt x="1950069" y="5630311"/>
                  </a:lnTo>
                  <a:cubicBezTo>
                    <a:pt x="1484225" y="5270318"/>
                    <a:pt x="959280" y="5171158"/>
                    <a:pt x="559353" y="4939455"/>
                  </a:cubicBezTo>
                  <a:cubicBezTo>
                    <a:pt x="174796" y="4670559"/>
                    <a:pt x="0" y="4362177"/>
                    <a:pt x="0" y="3746068"/>
                  </a:cubicBezTo>
                  <a:lnTo>
                    <a:pt x="0" y="3441681"/>
                  </a:lnTo>
                  <a:lnTo>
                    <a:pt x="0" y="3042471"/>
                  </a:lnTo>
                  <a:lnTo>
                    <a:pt x="0" y="2752557"/>
                  </a:lnTo>
                  <a:lnTo>
                    <a:pt x="0" y="2231503"/>
                  </a:lnTo>
                  <a:lnTo>
                    <a:pt x="0" y="2048959"/>
                  </a:lnTo>
                  <a:cubicBezTo>
                    <a:pt x="0" y="1432851"/>
                    <a:pt x="174797" y="1124469"/>
                    <a:pt x="559354" y="855573"/>
                  </a:cubicBezTo>
                  <a:cubicBezTo>
                    <a:pt x="959283" y="623869"/>
                    <a:pt x="1484227" y="524709"/>
                    <a:pt x="1950071" y="164715"/>
                  </a:cubicBezTo>
                  <a:lnTo>
                    <a:pt x="2144960" y="0"/>
                  </a:lnTo>
                  <a:lnTo>
                    <a:pt x="2332832" y="164715"/>
                  </a:lnTo>
                  <a:cubicBezTo>
                    <a:pt x="2471387" y="252054"/>
                    <a:pt x="2755510" y="441908"/>
                    <a:pt x="2987296" y="557051"/>
                  </a:cubicBezTo>
                </a:path>
              </a:pathLst>
            </a:custGeom>
            <a:noFill/>
            <a:ln w="25400" cap="rnd">
              <a:solidFill>
                <a:schemeClr val="bg2">
                  <a:lumMod val="75000"/>
                  <a:alpha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11B74D-DF90-4993-88AE-4D05C91F2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744" y="959587"/>
            <a:ext cx="9076329" cy="10642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B3DE9-A495-4E75-819D-E0B2E5505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6744" y="2248257"/>
            <a:ext cx="9076329" cy="365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430AC-DB07-423B-A52A-0065639AFE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66975" y="6356350"/>
            <a:ext cx="29609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i="0">
                <a:solidFill>
                  <a:schemeClr val="tx2">
                    <a:alpha val="85000"/>
                  </a:schemeClr>
                </a:solidFill>
              </a:defRPr>
            </a:lvl1pPr>
          </a:lstStyle>
          <a:p>
            <a:fld id="{11008460-8B2F-4AAA-A4E2-10730069204C}" type="datetimeFigureOut">
              <a:rPr lang="en-US" smtClean="0"/>
              <a:pPr/>
              <a:t>4/22/26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FAFC9-FA18-4C55-8C92-B17603CAEE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6745" y="501128"/>
            <a:ext cx="33113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i="0">
                <a:solidFill>
                  <a:schemeClr val="tx2">
                    <a:alpha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5A493-61FB-4764-90B6-8CC218A781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9498" y="6356350"/>
            <a:ext cx="5154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i="0">
                <a:solidFill>
                  <a:schemeClr val="tx2">
                    <a:alpha val="85000"/>
                  </a:schemeClr>
                </a:solidFill>
              </a:defRPr>
            </a:lvl1pPr>
          </a:lstStyle>
          <a:p>
            <a:fld id="{0946259B-8396-46CD-AD42-FDEDA89DA27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331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SzPct val="150000"/>
        <a:buFont typeface="Goudy Old Style" panose="02020502050305020303" pitchFamily="18" charset="0"/>
        <a:buChar char="∙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548640" indent="-228600" algn="l" defTabSz="914400" rtl="0" eaLnBrk="1" latinLnBrk="0" hangingPunct="1">
        <a:lnSpc>
          <a:spcPct val="110000"/>
        </a:lnSpc>
        <a:spcBef>
          <a:spcPts val="500"/>
        </a:spcBef>
        <a:buSzPct val="150000"/>
        <a:buFont typeface="Goudy Old Style" panose="02020502050305020303" pitchFamily="18" charset="0"/>
        <a:buChar char="∙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59436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150000"/>
        <a:buFont typeface="Goudy Old Style" panose="02020502050305020303" pitchFamily="18" charset="0"/>
        <a:buChar char="∙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7475/" TargetMode="External"/><Relationship Id="rId2" Type="http://schemas.openxmlformats.org/officeDocument/2006/relationships/hyperlink" Target="http://localhost:8501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localhost:8088/" TargetMode="External"/><Relationship Id="rId4" Type="http://schemas.openxmlformats.org/officeDocument/2006/relationships/hyperlink" Target="https://github.com/yasinhessnawi1/CyberSight_DW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2195A83-AA4F-FE4B-AFEA-5A5576C39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4B0C36-F61D-D91E-8D04-316C08FD05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687"/>
          <a:stretch>
            <a:fillRect/>
          </a:stretch>
        </p:blipFill>
        <p:spPr>
          <a:xfrm>
            <a:off x="21" y="251178"/>
            <a:ext cx="12191979" cy="6857989"/>
          </a:xfrm>
          <a:prstGeom prst="rect">
            <a:avLst/>
          </a:prstGeom>
        </p:spPr>
      </p:pic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4AF0997A-7C0F-4AD2-BA90-5FE341A177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7594" y="805231"/>
            <a:ext cx="3876811" cy="5245563"/>
          </a:xfrm>
          <a:custGeom>
            <a:avLst/>
            <a:gdLst>
              <a:gd name="connsiteX0" fmla="*/ 1941583 w 3876811"/>
              <a:gd name="connsiteY0" fmla="*/ 0 h 5245563"/>
              <a:gd name="connsiteX1" fmla="*/ 2111641 w 3876811"/>
              <a:gd name="connsiteY1" fmla="*/ 149097 h 5245563"/>
              <a:gd name="connsiteX2" fmla="*/ 3370493 w 3876811"/>
              <a:gd name="connsiteY2" fmla="*/ 774451 h 5245563"/>
              <a:gd name="connsiteX3" fmla="*/ 3876811 w 3876811"/>
              <a:gd name="connsiteY3" fmla="*/ 1854684 h 5245563"/>
              <a:gd name="connsiteX4" fmla="*/ 3876811 w 3876811"/>
              <a:gd name="connsiteY4" fmla="*/ 2019920 h 5245563"/>
              <a:gd name="connsiteX5" fmla="*/ 3876811 w 3876811"/>
              <a:gd name="connsiteY5" fmla="*/ 2491569 h 5245563"/>
              <a:gd name="connsiteX6" fmla="*/ 3876811 w 3876811"/>
              <a:gd name="connsiteY6" fmla="*/ 2753995 h 5245563"/>
              <a:gd name="connsiteX7" fmla="*/ 3876811 w 3876811"/>
              <a:gd name="connsiteY7" fmla="*/ 3115353 h 5245563"/>
              <a:gd name="connsiteX8" fmla="*/ 3876811 w 3876811"/>
              <a:gd name="connsiteY8" fmla="*/ 3390879 h 5245563"/>
              <a:gd name="connsiteX9" fmla="*/ 3370493 w 3876811"/>
              <a:gd name="connsiteY9" fmla="*/ 4471114 h 5245563"/>
              <a:gd name="connsiteX10" fmla="*/ 2111639 w 3876811"/>
              <a:gd name="connsiteY10" fmla="*/ 5096465 h 5245563"/>
              <a:gd name="connsiteX11" fmla="*/ 1935228 w 3876811"/>
              <a:gd name="connsiteY11" fmla="*/ 5245563 h 5245563"/>
              <a:gd name="connsiteX12" fmla="*/ 1765171 w 3876811"/>
              <a:gd name="connsiteY12" fmla="*/ 5096465 h 5245563"/>
              <a:gd name="connsiteX13" fmla="*/ 506317 w 3876811"/>
              <a:gd name="connsiteY13" fmla="*/ 4471114 h 5245563"/>
              <a:gd name="connsiteX14" fmla="*/ 0 w 3876811"/>
              <a:gd name="connsiteY14" fmla="*/ 3390879 h 5245563"/>
              <a:gd name="connsiteX15" fmla="*/ 0 w 3876811"/>
              <a:gd name="connsiteY15" fmla="*/ 3115353 h 5245563"/>
              <a:gd name="connsiteX16" fmla="*/ 0 w 3876811"/>
              <a:gd name="connsiteY16" fmla="*/ 2753995 h 5245563"/>
              <a:gd name="connsiteX17" fmla="*/ 0 w 3876811"/>
              <a:gd name="connsiteY17" fmla="*/ 2491569 h 5245563"/>
              <a:gd name="connsiteX18" fmla="*/ 0 w 3876811"/>
              <a:gd name="connsiteY18" fmla="*/ 2019920 h 5245563"/>
              <a:gd name="connsiteX19" fmla="*/ 0 w 3876811"/>
              <a:gd name="connsiteY19" fmla="*/ 1854684 h 5245563"/>
              <a:gd name="connsiteX20" fmla="*/ 506318 w 3876811"/>
              <a:gd name="connsiteY20" fmla="*/ 774451 h 5245563"/>
              <a:gd name="connsiteX21" fmla="*/ 1765173 w 3876811"/>
              <a:gd name="connsiteY21" fmla="*/ 149097 h 5245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876811" h="5245563">
                <a:moveTo>
                  <a:pt x="1941583" y="0"/>
                </a:moveTo>
                <a:lnTo>
                  <a:pt x="2111641" y="149097"/>
                </a:lnTo>
                <a:cubicBezTo>
                  <a:pt x="2533315" y="474958"/>
                  <a:pt x="3008487" y="564716"/>
                  <a:pt x="3370493" y="774451"/>
                </a:cubicBezTo>
                <a:cubicBezTo>
                  <a:pt x="3718590" y="1017851"/>
                  <a:pt x="3876811" y="1296993"/>
                  <a:pt x="3876811" y="1854684"/>
                </a:cubicBezTo>
                <a:lnTo>
                  <a:pt x="3876811" y="2019920"/>
                </a:lnTo>
                <a:lnTo>
                  <a:pt x="3876811" y="2491569"/>
                </a:lnTo>
                <a:lnTo>
                  <a:pt x="3876811" y="2753995"/>
                </a:lnTo>
                <a:lnTo>
                  <a:pt x="3876811" y="3115353"/>
                </a:lnTo>
                <a:lnTo>
                  <a:pt x="3876811" y="3390879"/>
                </a:lnTo>
                <a:cubicBezTo>
                  <a:pt x="3876811" y="3948571"/>
                  <a:pt x="3718588" y="4227713"/>
                  <a:pt x="3370493" y="4471114"/>
                </a:cubicBezTo>
                <a:cubicBezTo>
                  <a:pt x="3008484" y="4680847"/>
                  <a:pt x="2533312" y="4770605"/>
                  <a:pt x="2111639" y="5096465"/>
                </a:cubicBezTo>
                <a:lnTo>
                  <a:pt x="1935228" y="5245563"/>
                </a:lnTo>
                <a:lnTo>
                  <a:pt x="1765171" y="5096465"/>
                </a:lnTo>
                <a:cubicBezTo>
                  <a:pt x="1343496" y="4770605"/>
                  <a:pt x="868325" y="4680847"/>
                  <a:pt x="506317" y="4471114"/>
                </a:cubicBezTo>
                <a:cubicBezTo>
                  <a:pt x="158223" y="4227713"/>
                  <a:pt x="0" y="3948571"/>
                  <a:pt x="0" y="3390879"/>
                </a:cubicBezTo>
                <a:lnTo>
                  <a:pt x="0" y="3115353"/>
                </a:lnTo>
                <a:lnTo>
                  <a:pt x="0" y="2753995"/>
                </a:lnTo>
                <a:lnTo>
                  <a:pt x="0" y="2491569"/>
                </a:lnTo>
                <a:lnTo>
                  <a:pt x="0" y="2019920"/>
                </a:lnTo>
                <a:lnTo>
                  <a:pt x="0" y="1854684"/>
                </a:lnTo>
                <a:cubicBezTo>
                  <a:pt x="0" y="1296993"/>
                  <a:pt x="158224" y="1017851"/>
                  <a:pt x="506318" y="774451"/>
                </a:cubicBezTo>
                <a:cubicBezTo>
                  <a:pt x="868327" y="564716"/>
                  <a:pt x="1343498" y="474958"/>
                  <a:pt x="1765173" y="14909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763A49-B41E-560E-5F46-6555F5C273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7594" y="2026618"/>
            <a:ext cx="3513017" cy="948601"/>
          </a:xfrm>
        </p:spPr>
        <p:txBody>
          <a:bodyPr anchor="b">
            <a:normAutofit/>
          </a:bodyPr>
          <a:lstStyle/>
          <a:p>
            <a:pPr algn="ctr"/>
            <a:r>
              <a:rPr lang="en-GB" sz="4000" dirty="0"/>
              <a:t>CyberSight DW</a:t>
            </a:r>
            <a:endParaRPr lang="en-NO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AD3BB9-9643-91BD-1487-B84F520298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42511" y="3090105"/>
            <a:ext cx="2906973" cy="948601"/>
          </a:xfrm>
        </p:spPr>
        <p:txBody>
          <a:bodyPr anchor="t">
            <a:normAutofit fontScale="70000" lnSpcReduction="20000"/>
          </a:bodyPr>
          <a:lstStyle/>
          <a:p>
            <a:pPr algn="ctr"/>
            <a:r>
              <a:rPr lang="en-GB" dirty="0"/>
              <a:t>A Multi-Backend Data Warehouse for Cybersecurity Threat Intelligence</a:t>
            </a:r>
            <a:endParaRPr lang="en-NO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2E67446-732B-4F72-8560-6FABB6CB25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88826" y="720724"/>
            <a:ext cx="4014345" cy="5414576"/>
          </a:xfrm>
          <a:custGeom>
            <a:avLst/>
            <a:gdLst>
              <a:gd name="connsiteX0" fmla="*/ 2144960 w 4282900"/>
              <a:gd name="connsiteY0" fmla="*/ 0 h 5795027"/>
              <a:gd name="connsiteX1" fmla="*/ 2332832 w 4282900"/>
              <a:gd name="connsiteY1" fmla="*/ 164715 h 5795027"/>
              <a:gd name="connsiteX2" fmla="*/ 3723546 w 4282900"/>
              <a:gd name="connsiteY2" fmla="*/ 855573 h 5795027"/>
              <a:gd name="connsiteX3" fmla="*/ 4282900 w 4282900"/>
              <a:gd name="connsiteY3" fmla="*/ 2048959 h 5795027"/>
              <a:gd name="connsiteX4" fmla="*/ 4282900 w 4282900"/>
              <a:gd name="connsiteY4" fmla="*/ 2231503 h 5795027"/>
              <a:gd name="connsiteX5" fmla="*/ 4282900 w 4282900"/>
              <a:gd name="connsiteY5" fmla="*/ 2752557 h 5795027"/>
              <a:gd name="connsiteX6" fmla="*/ 4282900 w 4282900"/>
              <a:gd name="connsiteY6" fmla="*/ 3042471 h 5795027"/>
              <a:gd name="connsiteX7" fmla="*/ 4282900 w 4282900"/>
              <a:gd name="connsiteY7" fmla="*/ 3441681 h 5795027"/>
              <a:gd name="connsiteX8" fmla="*/ 4282900 w 4282900"/>
              <a:gd name="connsiteY8" fmla="*/ 3746068 h 5795027"/>
              <a:gd name="connsiteX9" fmla="*/ 3723546 w 4282900"/>
              <a:gd name="connsiteY9" fmla="*/ 4939455 h 5795027"/>
              <a:gd name="connsiteX10" fmla="*/ 2332829 w 4282900"/>
              <a:gd name="connsiteY10" fmla="*/ 5630311 h 5795027"/>
              <a:gd name="connsiteX11" fmla="*/ 2137940 w 4282900"/>
              <a:gd name="connsiteY11" fmla="*/ 5795027 h 5795027"/>
              <a:gd name="connsiteX12" fmla="*/ 1950069 w 4282900"/>
              <a:gd name="connsiteY12" fmla="*/ 5630311 h 5795027"/>
              <a:gd name="connsiteX13" fmla="*/ 559353 w 4282900"/>
              <a:gd name="connsiteY13" fmla="*/ 4939455 h 5795027"/>
              <a:gd name="connsiteX14" fmla="*/ 0 w 4282900"/>
              <a:gd name="connsiteY14" fmla="*/ 3746068 h 5795027"/>
              <a:gd name="connsiteX15" fmla="*/ 0 w 4282900"/>
              <a:gd name="connsiteY15" fmla="*/ 3441681 h 5795027"/>
              <a:gd name="connsiteX16" fmla="*/ 0 w 4282900"/>
              <a:gd name="connsiteY16" fmla="*/ 3042471 h 5795027"/>
              <a:gd name="connsiteX17" fmla="*/ 0 w 4282900"/>
              <a:gd name="connsiteY17" fmla="*/ 2752557 h 5795027"/>
              <a:gd name="connsiteX18" fmla="*/ 0 w 4282900"/>
              <a:gd name="connsiteY18" fmla="*/ 2231503 h 5795027"/>
              <a:gd name="connsiteX19" fmla="*/ 0 w 4282900"/>
              <a:gd name="connsiteY19" fmla="*/ 2048959 h 5795027"/>
              <a:gd name="connsiteX20" fmla="*/ 559354 w 4282900"/>
              <a:gd name="connsiteY20" fmla="*/ 855573 h 5795027"/>
              <a:gd name="connsiteX21" fmla="*/ 1950071 w 4282900"/>
              <a:gd name="connsiteY21" fmla="*/ 164715 h 579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4282900" h="5795027">
                <a:moveTo>
                  <a:pt x="2144960" y="0"/>
                </a:moveTo>
                <a:lnTo>
                  <a:pt x="2332832" y="164715"/>
                </a:lnTo>
                <a:cubicBezTo>
                  <a:pt x="2798675" y="524709"/>
                  <a:pt x="3323620" y="623869"/>
                  <a:pt x="3723546" y="855573"/>
                </a:cubicBezTo>
                <a:cubicBezTo>
                  <a:pt x="4108105" y="1124469"/>
                  <a:pt x="4282900" y="1432851"/>
                  <a:pt x="4282900" y="2048959"/>
                </a:cubicBezTo>
                <a:lnTo>
                  <a:pt x="4282900" y="2231503"/>
                </a:lnTo>
                <a:lnTo>
                  <a:pt x="4282900" y="2752557"/>
                </a:lnTo>
                <a:lnTo>
                  <a:pt x="4282900" y="3042471"/>
                </a:lnTo>
                <a:lnTo>
                  <a:pt x="4282900" y="3441681"/>
                </a:lnTo>
                <a:lnTo>
                  <a:pt x="4282900" y="3746068"/>
                </a:lnTo>
                <a:cubicBezTo>
                  <a:pt x="4282900" y="4362177"/>
                  <a:pt x="4108103" y="4670559"/>
                  <a:pt x="3723546" y="4939455"/>
                </a:cubicBezTo>
                <a:cubicBezTo>
                  <a:pt x="3323617" y="5171158"/>
                  <a:pt x="2798672" y="5270318"/>
                  <a:pt x="2332829" y="5630311"/>
                </a:cubicBezTo>
                <a:lnTo>
                  <a:pt x="2137940" y="5795027"/>
                </a:lnTo>
                <a:lnTo>
                  <a:pt x="1950069" y="5630311"/>
                </a:lnTo>
                <a:cubicBezTo>
                  <a:pt x="1484225" y="5270318"/>
                  <a:pt x="959280" y="5171158"/>
                  <a:pt x="559353" y="4939455"/>
                </a:cubicBezTo>
                <a:cubicBezTo>
                  <a:pt x="174796" y="4670559"/>
                  <a:pt x="0" y="4362177"/>
                  <a:pt x="0" y="3746068"/>
                </a:cubicBezTo>
                <a:lnTo>
                  <a:pt x="0" y="3441681"/>
                </a:lnTo>
                <a:lnTo>
                  <a:pt x="0" y="3042471"/>
                </a:lnTo>
                <a:lnTo>
                  <a:pt x="0" y="2752557"/>
                </a:lnTo>
                <a:lnTo>
                  <a:pt x="0" y="2231503"/>
                </a:lnTo>
                <a:lnTo>
                  <a:pt x="0" y="2048959"/>
                </a:lnTo>
                <a:cubicBezTo>
                  <a:pt x="0" y="1432851"/>
                  <a:pt x="174797" y="1124469"/>
                  <a:pt x="559354" y="855573"/>
                </a:cubicBezTo>
                <a:cubicBezTo>
                  <a:pt x="959283" y="623869"/>
                  <a:pt x="1484227" y="524709"/>
                  <a:pt x="1950071" y="164715"/>
                </a:cubicBezTo>
                <a:close/>
              </a:path>
            </a:pathLst>
          </a:custGeom>
          <a:noFill/>
          <a:ln w="25400" cap="rnd">
            <a:solidFill>
              <a:schemeClr val="bg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F838D8-7EDB-D696-BCC1-13CFAC382B25}"/>
              </a:ext>
            </a:extLst>
          </p:cNvPr>
          <p:cNvSpPr txBox="1"/>
          <p:nvPr/>
        </p:nvSpPr>
        <p:spPr>
          <a:xfrm>
            <a:off x="5023555" y="4153592"/>
            <a:ext cx="2751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IKT553 Project Demo</a:t>
            </a:r>
            <a:endParaRPr lang="en-NO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A67AA6-6955-9E3C-E71C-446CF25FA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28" y="22578"/>
            <a:ext cx="1079500" cy="457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B6857F-646C-17A3-6E25-54F17F31BB42}"/>
              </a:ext>
            </a:extLst>
          </p:cNvPr>
          <p:cNvSpPr txBox="1"/>
          <p:nvPr/>
        </p:nvSpPr>
        <p:spPr>
          <a:xfrm>
            <a:off x="5351465" y="4675418"/>
            <a:ext cx="2751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Yasin Hessnawi</a:t>
            </a:r>
            <a:endParaRPr lang="en-NO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EAD365-3C68-54E4-24FE-41B4CFFA9195}"/>
              </a:ext>
            </a:extLst>
          </p:cNvPr>
          <p:cNvSpPr txBox="1"/>
          <p:nvPr/>
        </p:nvSpPr>
        <p:spPr>
          <a:xfrm>
            <a:off x="92428" y="6717268"/>
            <a:ext cx="2751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22.04.2026</a:t>
            </a:r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210244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4CFC3-8965-45B9-12E1-C02C2C92A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 Architecture</a:t>
            </a:r>
            <a:endParaRPr lang="en-NO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B9263CE-08C1-BEEA-889C-CE29CE6F66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6744" y="2247900"/>
            <a:ext cx="9076329" cy="427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708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FFC0C-E499-A9B1-0246-FF90D024F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Decision-Support Queries</a:t>
            </a:r>
            <a:endParaRPr lang="en-NO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C512163-4B75-58BC-CC17-339152682D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8001" y="2206171"/>
            <a:ext cx="9535072" cy="443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826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4038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206359A-F1E3-49EE-BBC2-40888C4A3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65700" y="2026"/>
            <a:ext cx="2926300" cy="5030922"/>
            <a:chOff x="9265700" y="2026"/>
            <a:chExt cx="2926300" cy="503092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ED90C42-6A0F-48E8-BF96-7D3E2A395E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26904" y="2026"/>
              <a:ext cx="2249810" cy="2294745"/>
            </a:xfrm>
            <a:custGeom>
              <a:avLst/>
              <a:gdLst>
                <a:gd name="connsiteX0" fmla="*/ 49162 w 2249810"/>
                <a:gd name="connsiteY0" fmla="*/ 0 h 2294745"/>
                <a:gd name="connsiteX1" fmla="*/ 2200648 w 2249810"/>
                <a:gd name="connsiteY1" fmla="*/ 0 h 2294745"/>
                <a:gd name="connsiteX2" fmla="*/ 2210105 w 2249810"/>
                <a:gd name="connsiteY2" fmla="*/ 23601 h 2294745"/>
                <a:gd name="connsiteX3" fmla="*/ 2249810 w 2249810"/>
                <a:gd name="connsiteY3" fmla="*/ 326934 h 2294745"/>
                <a:gd name="connsiteX4" fmla="*/ 2249810 w 2249810"/>
                <a:gd name="connsiteY4" fmla="*/ 422824 h 2294745"/>
                <a:gd name="connsiteX5" fmla="*/ 2249810 w 2249810"/>
                <a:gd name="connsiteY5" fmla="*/ 696534 h 2294745"/>
                <a:gd name="connsiteX6" fmla="*/ 2249810 w 2249810"/>
                <a:gd name="connsiteY6" fmla="*/ 848826 h 2294745"/>
                <a:gd name="connsiteX7" fmla="*/ 2249810 w 2249810"/>
                <a:gd name="connsiteY7" fmla="*/ 1058531 h 2294745"/>
                <a:gd name="connsiteX8" fmla="*/ 2249810 w 2249810"/>
                <a:gd name="connsiteY8" fmla="*/ 1218426 h 2294745"/>
                <a:gd name="connsiteX9" fmla="*/ 1955981 w 2249810"/>
                <a:gd name="connsiteY9" fmla="*/ 1845313 h 2294745"/>
                <a:gd name="connsiteX10" fmla="*/ 1225437 w 2249810"/>
                <a:gd name="connsiteY10" fmla="*/ 2208220 h 2294745"/>
                <a:gd name="connsiteX11" fmla="*/ 1123061 w 2249810"/>
                <a:gd name="connsiteY11" fmla="*/ 2294745 h 2294745"/>
                <a:gd name="connsiteX12" fmla="*/ 1024372 w 2249810"/>
                <a:gd name="connsiteY12" fmla="*/ 2208220 h 2294745"/>
                <a:gd name="connsiteX13" fmla="*/ 293828 w 2249810"/>
                <a:gd name="connsiteY13" fmla="*/ 1845313 h 2294745"/>
                <a:gd name="connsiteX14" fmla="*/ 0 w 2249810"/>
                <a:gd name="connsiteY14" fmla="*/ 1218426 h 2294745"/>
                <a:gd name="connsiteX15" fmla="*/ 0 w 2249810"/>
                <a:gd name="connsiteY15" fmla="*/ 1058531 h 2294745"/>
                <a:gd name="connsiteX16" fmla="*/ 0 w 2249810"/>
                <a:gd name="connsiteY16" fmla="*/ 848826 h 2294745"/>
                <a:gd name="connsiteX17" fmla="*/ 0 w 2249810"/>
                <a:gd name="connsiteY17" fmla="*/ 696534 h 2294745"/>
                <a:gd name="connsiteX18" fmla="*/ 0 w 2249810"/>
                <a:gd name="connsiteY18" fmla="*/ 422824 h 2294745"/>
                <a:gd name="connsiteX19" fmla="*/ 0 w 2249810"/>
                <a:gd name="connsiteY19" fmla="*/ 326934 h 2294745"/>
                <a:gd name="connsiteX20" fmla="*/ 39705 w 2249810"/>
                <a:gd name="connsiteY20" fmla="*/ 23601 h 2294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49810" h="2294745">
                  <a:moveTo>
                    <a:pt x="49162" y="0"/>
                  </a:moveTo>
                  <a:lnTo>
                    <a:pt x="2200648" y="0"/>
                  </a:lnTo>
                  <a:lnTo>
                    <a:pt x="2210105" y="23601"/>
                  </a:lnTo>
                  <a:cubicBezTo>
                    <a:pt x="2236898" y="106934"/>
                    <a:pt x="2249810" y="205568"/>
                    <a:pt x="2249810" y="326934"/>
                  </a:cubicBezTo>
                  <a:lnTo>
                    <a:pt x="2249810" y="422824"/>
                  </a:lnTo>
                  <a:lnTo>
                    <a:pt x="2249810" y="696534"/>
                  </a:lnTo>
                  <a:lnTo>
                    <a:pt x="2249810" y="848826"/>
                  </a:lnTo>
                  <a:lnTo>
                    <a:pt x="2249810" y="1058531"/>
                  </a:lnTo>
                  <a:lnTo>
                    <a:pt x="2249810" y="1218426"/>
                  </a:lnTo>
                  <a:cubicBezTo>
                    <a:pt x="2249810" y="1542068"/>
                    <a:pt x="2157989" y="1704061"/>
                    <a:pt x="1955981" y="1845313"/>
                  </a:cubicBezTo>
                  <a:cubicBezTo>
                    <a:pt x="1745898" y="1967026"/>
                    <a:pt x="1470144" y="2019115"/>
                    <a:pt x="1225437" y="2208220"/>
                  </a:cubicBezTo>
                  <a:lnTo>
                    <a:pt x="1123061" y="2294745"/>
                  </a:lnTo>
                  <a:lnTo>
                    <a:pt x="1024372" y="2208220"/>
                  </a:lnTo>
                  <a:cubicBezTo>
                    <a:pt x="779664" y="2019115"/>
                    <a:pt x="503910" y="1967026"/>
                    <a:pt x="293828" y="1845313"/>
                  </a:cubicBezTo>
                  <a:cubicBezTo>
                    <a:pt x="91820" y="1704061"/>
                    <a:pt x="0" y="1542068"/>
                    <a:pt x="0" y="1218426"/>
                  </a:cubicBezTo>
                  <a:lnTo>
                    <a:pt x="0" y="1058531"/>
                  </a:lnTo>
                  <a:lnTo>
                    <a:pt x="0" y="848826"/>
                  </a:lnTo>
                  <a:lnTo>
                    <a:pt x="0" y="696534"/>
                  </a:lnTo>
                  <a:lnTo>
                    <a:pt x="0" y="422824"/>
                  </a:lnTo>
                  <a:lnTo>
                    <a:pt x="0" y="326934"/>
                  </a:lnTo>
                  <a:cubicBezTo>
                    <a:pt x="0" y="205568"/>
                    <a:pt x="12912" y="106934"/>
                    <a:pt x="39705" y="23601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1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DA0863A-55F7-4EB0-9451-F3EE4D65DB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597154" y="1907348"/>
              <a:ext cx="1594846" cy="3044131"/>
            </a:xfrm>
            <a:custGeom>
              <a:avLst/>
              <a:gdLst>
                <a:gd name="connsiteX0" fmla="*/ 1126749 w 1594846"/>
                <a:gd name="connsiteY0" fmla="*/ 0 h 3044131"/>
                <a:gd name="connsiteX1" fmla="*/ 1225438 w 1594846"/>
                <a:gd name="connsiteY1" fmla="*/ 86525 h 3044131"/>
                <a:gd name="connsiteX2" fmla="*/ 1413279 w 1594846"/>
                <a:gd name="connsiteY2" fmla="*/ 205892 h 3044131"/>
                <a:gd name="connsiteX3" fmla="*/ 1594846 w 1594846"/>
                <a:gd name="connsiteY3" fmla="*/ 289191 h 3044131"/>
                <a:gd name="connsiteX4" fmla="*/ 1594846 w 1594846"/>
                <a:gd name="connsiteY4" fmla="*/ 2754939 h 3044131"/>
                <a:gd name="connsiteX5" fmla="*/ 1413277 w 1594846"/>
                <a:gd name="connsiteY5" fmla="*/ 2838239 h 3044131"/>
                <a:gd name="connsiteX6" fmla="*/ 1225436 w 1594846"/>
                <a:gd name="connsiteY6" fmla="*/ 2957606 h 3044131"/>
                <a:gd name="connsiteX7" fmla="*/ 1123061 w 1594846"/>
                <a:gd name="connsiteY7" fmla="*/ 3044131 h 3044131"/>
                <a:gd name="connsiteX8" fmla="*/ 1024372 w 1594846"/>
                <a:gd name="connsiteY8" fmla="*/ 2957606 h 3044131"/>
                <a:gd name="connsiteX9" fmla="*/ 293828 w 1594846"/>
                <a:gd name="connsiteY9" fmla="*/ 2594699 h 3044131"/>
                <a:gd name="connsiteX10" fmla="*/ 0 w 1594846"/>
                <a:gd name="connsiteY10" fmla="*/ 1967812 h 3044131"/>
                <a:gd name="connsiteX11" fmla="*/ 0 w 1594846"/>
                <a:gd name="connsiteY11" fmla="*/ 1807917 h 3044131"/>
                <a:gd name="connsiteX12" fmla="*/ 0 w 1594846"/>
                <a:gd name="connsiteY12" fmla="*/ 1598212 h 3044131"/>
                <a:gd name="connsiteX13" fmla="*/ 0 w 1594846"/>
                <a:gd name="connsiteY13" fmla="*/ 1445920 h 3044131"/>
                <a:gd name="connsiteX14" fmla="*/ 0 w 1594846"/>
                <a:gd name="connsiteY14" fmla="*/ 1172210 h 3044131"/>
                <a:gd name="connsiteX15" fmla="*/ 0 w 1594846"/>
                <a:gd name="connsiteY15" fmla="*/ 1076320 h 3044131"/>
                <a:gd name="connsiteX16" fmla="*/ 293829 w 1594846"/>
                <a:gd name="connsiteY16" fmla="*/ 449433 h 3044131"/>
                <a:gd name="connsiteX17" fmla="*/ 1024374 w 1594846"/>
                <a:gd name="connsiteY17" fmla="*/ 86525 h 304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94846" h="3044131">
                  <a:moveTo>
                    <a:pt x="1126749" y="0"/>
                  </a:moveTo>
                  <a:lnTo>
                    <a:pt x="1225438" y="86525"/>
                  </a:lnTo>
                  <a:cubicBezTo>
                    <a:pt x="1286615" y="133801"/>
                    <a:pt x="1349732" y="172514"/>
                    <a:pt x="1413279" y="205892"/>
                  </a:cubicBezTo>
                  <a:lnTo>
                    <a:pt x="1594846" y="289191"/>
                  </a:lnTo>
                  <a:lnTo>
                    <a:pt x="1594846" y="2754939"/>
                  </a:lnTo>
                  <a:lnTo>
                    <a:pt x="1413277" y="2838239"/>
                  </a:lnTo>
                  <a:cubicBezTo>
                    <a:pt x="1349730" y="2871617"/>
                    <a:pt x="1286613" y="2910330"/>
                    <a:pt x="1225436" y="2957606"/>
                  </a:cubicBezTo>
                  <a:lnTo>
                    <a:pt x="1123061" y="3044131"/>
                  </a:lnTo>
                  <a:lnTo>
                    <a:pt x="1024372" y="2957606"/>
                  </a:lnTo>
                  <a:cubicBezTo>
                    <a:pt x="779664" y="2768501"/>
                    <a:pt x="503910" y="2716412"/>
                    <a:pt x="293828" y="2594699"/>
                  </a:cubicBezTo>
                  <a:cubicBezTo>
                    <a:pt x="91820" y="2453447"/>
                    <a:pt x="0" y="2291454"/>
                    <a:pt x="0" y="1967812"/>
                  </a:cubicBezTo>
                  <a:lnTo>
                    <a:pt x="0" y="1807917"/>
                  </a:lnTo>
                  <a:lnTo>
                    <a:pt x="0" y="1598212"/>
                  </a:lnTo>
                  <a:lnTo>
                    <a:pt x="0" y="1445920"/>
                  </a:lnTo>
                  <a:lnTo>
                    <a:pt x="0" y="1172210"/>
                  </a:lnTo>
                  <a:lnTo>
                    <a:pt x="0" y="1076320"/>
                  </a:lnTo>
                  <a:cubicBezTo>
                    <a:pt x="0" y="752678"/>
                    <a:pt x="91821" y="590684"/>
                    <a:pt x="293829" y="449433"/>
                  </a:cubicBezTo>
                  <a:cubicBezTo>
                    <a:pt x="503912" y="327719"/>
                    <a:pt x="779665" y="275630"/>
                    <a:pt x="1024374" y="86525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FE7CFE2-40F6-44B2-8AAD-0C384EEFCF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265700" y="7622"/>
              <a:ext cx="2372219" cy="2371961"/>
            </a:xfrm>
            <a:custGeom>
              <a:avLst/>
              <a:gdLst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3723546 w 4282900"/>
                <a:gd name="connsiteY2" fmla="*/ 855573 h 5795027"/>
                <a:gd name="connsiteX3" fmla="*/ 4282900 w 4282900"/>
                <a:gd name="connsiteY3" fmla="*/ 2048959 h 5795027"/>
                <a:gd name="connsiteX4" fmla="*/ 4282900 w 4282900"/>
                <a:gd name="connsiteY4" fmla="*/ 2231503 h 5795027"/>
                <a:gd name="connsiteX5" fmla="*/ 4282900 w 4282900"/>
                <a:gd name="connsiteY5" fmla="*/ 2752557 h 5795027"/>
                <a:gd name="connsiteX6" fmla="*/ 4282900 w 4282900"/>
                <a:gd name="connsiteY6" fmla="*/ 3042471 h 5795027"/>
                <a:gd name="connsiteX7" fmla="*/ 4282900 w 4282900"/>
                <a:gd name="connsiteY7" fmla="*/ 3441681 h 5795027"/>
                <a:gd name="connsiteX8" fmla="*/ 4282900 w 4282900"/>
                <a:gd name="connsiteY8" fmla="*/ 3746068 h 5795027"/>
                <a:gd name="connsiteX9" fmla="*/ 3723546 w 4282900"/>
                <a:gd name="connsiteY9" fmla="*/ 4939455 h 5795027"/>
                <a:gd name="connsiteX10" fmla="*/ 2332829 w 4282900"/>
                <a:gd name="connsiteY10" fmla="*/ 5630311 h 5795027"/>
                <a:gd name="connsiteX11" fmla="*/ 2137940 w 4282900"/>
                <a:gd name="connsiteY11" fmla="*/ 5795027 h 5795027"/>
                <a:gd name="connsiteX12" fmla="*/ 1950069 w 4282900"/>
                <a:gd name="connsiteY12" fmla="*/ 5630311 h 5795027"/>
                <a:gd name="connsiteX13" fmla="*/ 559353 w 4282900"/>
                <a:gd name="connsiteY13" fmla="*/ 4939455 h 5795027"/>
                <a:gd name="connsiteX14" fmla="*/ 0 w 4282900"/>
                <a:gd name="connsiteY14" fmla="*/ 3746068 h 5795027"/>
                <a:gd name="connsiteX15" fmla="*/ 0 w 4282900"/>
                <a:gd name="connsiteY15" fmla="*/ 3441681 h 5795027"/>
                <a:gd name="connsiteX16" fmla="*/ 0 w 4282900"/>
                <a:gd name="connsiteY16" fmla="*/ 3042471 h 5795027"/>
                <a:gd name="connsiteX17" fmla="*/ 0 w 4282900"/>
                <a:gd name="connsiteY17" fmla="*/ 2752557 h 5795027"/>
                <a:gd name="connsiteX18" fmla="*/ 0 w 4282900"/>
                <a:gd name="connsiteY18" fmla="*/ 2231503 h 5795027"/>
                <a:gd name="connsiteX19" fmla="*/ 0 w 4282900"/>
                <a:gd name="connsiteY19" fmla="*/ 2048959 h 5795027"/>
                <a:gd name="connsiteX20" fmla="*/ 559354 w 4282900"/>
                <a:gd name="connsiteY20" fmla="*/ 855573 h 5795027"/>
                <a:gd name="connsiteX21" fmla="*/ 1950071 w 4282900"/>
                <a:gd name="connsiteY21" fmla="*/ 164715 h 5795027"/>
                <a:gd name="connsiteX0" fmla="*/ 4282900 w 4447989"/>
                <a:gd name="connsiteY0" fmla="*/ 2048959 h 5795027"/>
                <a:gd name="connsiteX1" fmla="*/ 4282900 w 4447989"/>
                <a:gd name="connsiteY1" fmla="*/ 2231503 h 5795027"/>
                <a:gd name="connsiteX2" fmla="*/ 4282900 w 4447989"/>
                <a:gd name="connsiteY2" fmla="*/ 2752557 h 5795027"/>
                <a:gd name="connsiteX3" fmla="*/ 4282900 w 4447989"/>
                <a:gd name="connsiteY3" fmla="*/ 3042471 h 5795027"/>
                <a:gd name="connsiteX4" fmla="*/ 4282900 w 4447989"/>
                <a:gd name="connsiteY4" fmla="*/ 3441681 h 5795027"/>
                <a:gd name="connsiteX5" fmla="*/ 4282900 w 4447989"/>
                <a:gd name="connsiteY5" fmla="*/ 3746068 h 5795027"/>
                <a:gd name="connsiteX6" fmla="*/ 3723546 w 4447989"/>
                <a:gd name="connsiteY6" fmla="*/ 4939455 h 5795027"/>
                <a:gd name="connsiteX7" fmla="*/ 2332829 w 4447989"/>
                <a:gd name="connsiteY7" fmla="*/ 5630311 h 5795027"/>
                <a:gd name="connsiteX8" fmla="*/ 2137940 w 4447989"/>
                <a:gd name="connsiteY8" fmla="*/ 5795027 h 5795027"/>
                <a:gd name="connsiteX9" fmla="*/ 1950069 w 4447989"/>
                <a:gd name="connsiteY9" fmla="*/ 5630311 h 5795027"/>
                <a:gd name="connsiteX10" fmla="*/ 559353 w 4447989"/>
                <a:gd name="connsiteY10" fmla="*/ 4939455 h 5795027"/>
                <a:gd name="connsiteX11" fmla="*/ 0 w 4447989"/>
                <a:gd name="connsiteY11" fmla="*/ 3746068 h 5795027"/>
                <a:gd name="connsiteX12" fmla="*/ 0 w 4447989"/>
                <a:gd name="connsiteY12" fmla="*/ 3441681 h 5795027"/>
                <a:gd name="connsiteX13" fmla="*/ 0 w 4447989"/>
                <a:gd name="connsiteY13" fmla="*/ 3042471 h 5795027"/>
                <a:gd name="connsiteX14" fmla="*/ 0 w 4447989"/>
                <a:gd name="connsiteY14" fmla="*/ 2752557 h 5795027"/>
                <a:gd name="connsiteX15" fmla="*/ 0 w 4447989"/>
                <a:gd name="connsiteY15" fmla="*/ 2231503 h 5795027"/>
                <a:gd name="connsiteX16" fmla="*/ 0 w 4447989"/>
                <a:gd name="connsiteY16" fmla="*/ 2048959 h 5795027"/>
                <a:gd name="connsiteX17" fmla="*/ 559354 w 4447989"/>
                <a:gd name="connsiteY17" fmla="*/ 855573 h 5795027"/>
                <a:gd name="connsiteX18" fmla="*/ 1950071 w 4447989"/>
                <a:gd name="connsiteY18" fmla="*/ 164715 h 5795027"/>
                <a:gd name="connsiteX19" fmla="*/ 2144960 w 4447989"/>
                <a:gd name="connsiteY19" fmla="*/ 0 h 5795027"/>
                <a:gd name="connsiteX20" fmla="*/ 2332832 w 4447989"/>
                <a:gd name="connsiteY20" fmla="*/ 164715 h 5795027"/>
                <a:gd name="connsiteX21" fmla="*/ 3723546 w 4447989"/>
                <a:gd name="connsiteY21" fmla="*/ 855573 h 5795027"/>
                <a:gd name="connsiteX22" fmla="*/ 4447989 w 4447989"/>
                <a:gd name="connsiteY22" fmla="*/ 2214048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48071 w 4282900"/>
                <a:gd name="connsiteY0" fmla="*/ 1519558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48071 w 4292243"/>
                <a:gd name="connsiteY0" fmla="*/ 1519558 h 5795027"/>
                <a:gd name="connsiteX1" fmla="*/ 4282900 w 4292243"/>
                <a:gd name="connsiteY1" fmla="*/ 2231503 h 5795027"/>
                <a:gd name="connsiteX2" fmla="*/ 4282900 w 4292243"/>
                <a:gd name="connsiteY2" fmla="*/ 2752557 h 5795027"/>
                <a:gd name="connsiteX3" fmla="*/ 4282900 w 4292243"/>
                <a:gd name="connsiteY3" fmla="*/ 3042471 h 5795027"/>
                <a:gd name="connsiteX4" fmla="*/ 4282900 w 4292243"/>
                <a:gd name="connsiteY4" fmla="*/ 3441681 h 5795027"/>
                <a:gd name="connsiteX5" fmla="*/ 4282900 w 4292243"/>
                <a:gd name="connsiteY5" fmla="*/ 3746068 h 5795027"/>
                <a:gd name="connsiteX6" fmla="*/ 3723546 w 4292243"/>
                <a:gd name="connsiteY6" fmla="*/ 4939455 h 5795027"/>
                <a:gd name="connsiteX7" fmla="*/ 2332829 w 4292243"/>
                <a:gd name="connsiteY7" fmla="*/ 5630311 h 5795027"/>
                <a:gd name="connsiteX8" fmla="*/ 2137940 w 4292243"/>
                <a:gd name="connsiteY8" fmla="*/ 5795027 h 5795027"/>
                <a:gd name="connsiteX9" fmla="*/ 1950069 w 4292243"/>
                <a:gd name="connsiteY9" fmla="*/ 5630311 h 5795027"/>
                <a:gd name="connsiteX10" fmla="*/ 559353 w 4292243"/>
                <a:gd name="connsiteY10" fmla="*/ 4939455 h 5795027"/>
                <a:gd name="connsiteX11" fmla="*/ 0 w 4292243"/>
                <a:gd name="connsiteY11" fmla="*/ 3746068 h 5795027"/>
                <a:gd name="connsiteX12" fmla="*/ 0 w 4292243"/>
                <a:gd name="connsiteY12" fmla="*/ 3441681 h 5795027"/>
                <a:gd name="connsiteX13" fmla="*/ 0 w 4292243"/>
                <a:gd name="connsiteY13" fmla="*/ 3042471 h 5795027"/>
                <a:gd name="connsiteX14" fmla="*/ 0 w 4292243"/>
                <a:gd name="connsiteY14" fmla="*/ 2752557 h 5795027"/>
                <a:gd name="connsiteX15" fmla="*/ 0 w 4292243"/>
                <a:gd name="connsiteY15" fmla="*/ 2231503 h 5795027"/>
                <a:gd name="connsiteX16" fmla="*/ 0 w 4292243"/>
                <a:gd name="connsiteY16" fmla="*/ 2048959 h 5795027"/>
                <a:gd name="connsiteX17" fmla="*/ 559354 w 4292243"/>
                <a:gd name="connsiteY17" fmla="*/ 855573 h 5795027"/>
                <a:gd name="connsiteX18" fmla="*/ 1950071 w 4292243"/>
                <a:gd name="connsiteY18" fmla="*/ 164715 h 5795027"/>
                <a:gd name="connsiteX19" fmla="*/ 2144960 w 4292243"/>
                <a:gd name="connsiteY19" fmla="*/ 0 h 5795027"/>
                <a:gd name="connsiteX20" fmla="*/ 2332832 w 4292243"/>
                <a:gd name="connsiteY20" fmla="*/ 164715 h 5795027"/>
                <a:gd name="connsiteX21" fmla="*/ 3723546 w 4292243"/>
                <a:gd name="connsiteY21" fmla="*/ 855573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2144960 w 4282900"/>
                <a:gd name="connsiteY18" fmla="*/ 0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64279 w 4282900"/>
                <a:gd name="connsiteY17" fmla="*/ 1516418 h 5795027"/>
                <a:gd name="connsiteX18" fmla="*/ 559354 w 4282900"/>
                <a:gd name="connsiteY18" fmla="*/ 855573 h 5795027"/>
                <a:gd name="connsiteX19" fmla="*/ 2144960 w 4282900"/>
                <a:gd name="connsiteY19" fmla="*/ 0 h 5795027"/>
                <a:gd name="connsiteX0" fmla="*/ 4213242 w 4282900"/>
                <a:gd name="connsiteY0" fmla="*/ 657020 h 4939454"/>
                <a:gd name="connsiteX1" fmla="*/ 4282900 w 4282900"/>
                <a:gd name="connsiteY1" fmla="*/ 1375930 h 4939454"/>
                <a:gd name="connsiteX2" fmla="*/ 4282900 w 4282900"/>
                <a:gd name="connsiteY2" fmla="*/ 1896984 h 4939454"/>
                <a:gd name="connsiteX3" fmla="*/ 4282900 w 4282900"/>
                <a:gd name="connsiteY3" fmla="*/ 2186898 h 4939454"/>
                <a:gd name="connsiteX4" fmla="*/ 4282900 w 4282900"/>
                <a:gd name="connsiteY4" fmla="*/ 2586108 h 4939454"/>
                <a:gd name="connsiteX5" fmla="*/ 4282900 w 4282900"/>
                <a:gd name="connsiteY5" fmla="*/ 2890495 h 4939454"/>
                <a:gd name="connsiteX6" fmla="*/ 3723546 w 4282900"/>
                <a:gd name="connsiteY6" fmla="*/ 4083882 h 4939454"/>
                <a:gd name="connsiteX7" fmla="*/ 2332829 w 4282900"/>
                <a:gd name="connsiteY7" fmla="*/ 4774738 h 4939454"/>
                <a:gd name="connsiteX8" fmla="*/ 2137940 w 4282900"/>
                <a:gd name="connsiteY8" fmla="*/ 4939454 h 4939454"/>
                <a:gd name="connsiteX9" fmla="*/ 1950069 w 4282900"/>
                <a:gd name="connsiteY9" fmla="*/ 4774738 h 4939454"/>
                <a:gd name="connsiteX10" fmla="*/ 559353 w 4282900"/>
                <a:gd name="connsiteY10" fmla="*/ 4083882 h 4939454"/>
                <a:gd name="connsiteX11" fmla="*/ 0 w 4282900"/>
                <a:gd name="connsiteY11" fmla="*/ 2890495 h 4939454"/>
                <a:gd name="connsiteX12" fmla="*/ 0 w 4282900"/>
                <a:gd name="connsiteY12" fmla="*/ 2586108 h 4939454"/>
                <a:gd name="connsiteX13" fmla="*/ 0 w 4282900"/>
                <a:gd name="connsiteY13" fmla="*/ 2186898 h 4939454"/>
                <a:gd name="connsiteX14" fmla="*/ 0 w 4282900"/>
                <a:gd name="connsiteY14" fmla="*/ 1896984 h 4939454"/>
                <a:gd name="connsiteX15" fmla="*/ 0 w 4282900"/>
                <a:gd name="connsiteY15" fmla="*/ 1375930 h 4939454"/>
                <a:gd name="connsiteX16" fmla="*/ 0 w 4282900"/>
                <a:gd name="connsiteY16" fmla="*/ 1193386 h 4939454"/>
                <a:gd name="connsiteX17" fmla="*/ 64279 w 4282900"/>
                <a:gd name="connsiteY17" fmla="*/ 660845 h 4939454"/>
                <a:gd name="connsiteX18" fmla="*/ 559354 w 4282900"/>
                <a:gd name="connsiteY18" fmla="*/ 0 h 4939454"/>
                <a:gd name="connsiteX0" fmla="*/ 4213242 w 4282900"/>
                <a:gd name="connsiteY0" fmla="*/ 0 h 4282434"/>
                <a:gd name="connsiteX1" fmla="*/ 4282900 w 4282900"/>
                <a:gd name="connsiteY1" fmla="*/ 718910 h 4282434"/>
                <a:gd name="connsiteX2" fmla="*/ 4282900 w 4282900"/>
                <a:gd name="connsiteY2" fmla="*/ 1239964 h 4282434"/>
                <a:gd name="connsiteX3" fmla="*/ 4282900 w 4282900"/>
                <a:gd name="connsiteY3" fmla="*/ 1529878 h 4282434"/>
                <a:gd name="connsiteX4" fmla="*/ 4282900 w 4282900"/>
                <a:gd name="connsiteY4" fmla="*/ 1929088 h 4282434"/>
                <a:gd name="connsiteX5" fmla="*/ 4282900 w 4282900"/>
                <a:gd name="connsiteY5" fmla="*/ 2233475 h 4282434"/>
                <a:gd name="connsiteX6" fmla="*/ 3723546 w 4282900"/>
                <a:gd name="connsiteY6" fmla="*/ 3426862 h 4282434"/>
                <a:gd name="connsiteX7" fmla="*/ 2332829 w 4282900"/>
                <a:gd name="connsiteY7" fmla="*/ 4117718 h 4282434"/>
                <a:gd name="connsiteX8" fmla="*/ 2137940 w 4282900"/>
                <a:gd name="connsiteY8" fmla="*/ 4282434 h 4282434"/>
                <a:gd name="connsiteX9" fmla="*/ 1950069 w 4282900"/>
                <a:gd name="connsiteY9" fmla="*/ 4117718 h 4282434"/>
                <a:gd name="connsiteX10" fmla="*/ 559353 w 4282900"/>
                <a:gd name="connsiteY10" fmla="*/ 3426862 h 4282434"/>
                <a:gd name="connsiteX11" fmla="*/ 0 w 4282900"/>
                <a:gd name="connsiteY11" fmla="*/ 2233475 h 4282434"/>
                <a:gd name="connsiteX12" fmla="*/ 0 w 4282900"/>
                <a:gd name="connsiteY12" fmla="*/ 1929088 h 4282434"/>
                <a:gd name="connsiteX13" fmla="*/ 0 w 4282900"/>
                <a:gd name="connsiteY13" fmla="*/ 1529878 h 4282434"/>
                <a:gd name="connsiteX14" fmla="*/ 0 w 4282900"/>
                <a:gd name="connsiteY14" fmla="*/ 1239964 h 4282434"/>
                <a:gd name="connsiteX15" fmla="*/ 0 w 4282900"/>
                <a:gd name="connsiteY15" fmla="*/ 718910 h 4282434"/>
                <a:gd name="connsiteX16" fmla="*/ 0 w 4282900"/>
                <a:gd name="connsiteY16" fmla="*/ 536366 h 4282434"/>
                <a:gd name="connsiteX17" fmla="*/ 64279 w 4282900"/>
                <a:gd name="connsiteY17" fmla="*/ 3825 h 4282434"/>
                <a:gd name="connsiteX0" fmla="*/ 4213242 w 4282900"/>
                <a:gd name="connsiteY0" fmla="*/ 0 h 4282434"/>
                <a:gd name="connsiteX1" fmla="*/ 4282900 w 4282900"/>
                <a:gd name="connsiteY1" fmla="*/ 718910 h 4282434"/>
                <a:gd name="connsiteX2" fmla="*/ 4282900 w 4282900"/>
                <a:gd name="connsiteY2" fmla="*/ 1239964 h 4282434"/>
                <a:gd name="connsiteX3" fmla="*/ 4282900 w 4282900"/>
                <a:gd name="connsiteY3" fmla="*/ 1529878 h 4282434"/>
                <a:gd name="connsiteX4" fmla="*/ 4282900 w 4282900"/>
                <a:gd name="connsiteY4" fmla="*/ 1929088 h 4282434"/>
                <a:gd name="connsiteX5" fmla="*/ 4282900 w 4282900"/>
                <a:gd name="connsiteY5" fmla="*/ 2233475 h 4282434"/>
                <a:gd name="connsiteX6" fmla="*/ 3723546 w 4282900"/>
                <a:gd name="connsiteY6" fmla="*/ 3426862 h 4282434"/>
                <a:gd name="connsiteX7" fmla="*/ 2332829 w 4282900"/>
                <a:gd name="connsiteY7" fmla="*/ 4117718 h 4282434"/>
                <a:gd name="connsiteX8" fmla="*/ 2137940 w 4282900"/>
                <a:gd name="connsiteY8" fmla="*/ 4282434 h 4282434"/>
                <a:gd name="connsiteX9" fmla="*/ 1950069 w 4282900"/>
                <a:gd name="connsiteY9" fmla="*/ 4117718 h 4282434"/>
                <a:gd name="connsiteX10" fmla="*/ 559353 w 4282900"/>
                <a:gd name="connsiteY10" fmla="*/ 3426862 h 4282434"/>
                <a:gd name="connsiteX11" fmla="*/ 0 w 4282900"/>
                <a:gd name="connsiteY11" fmla="*/ 2233475 h 4282434"/>
                <a:gd name="connsiteX12" fmla="*/ 0 w 4282900"/>
                <a:gd name="connsiteY12" fmla="*/ 1929088 h 4282434"/>
                <a:gd name="connsiteX13" fmla="*/ 0 w 4282900"/>
                <a:gd name="connsiteY13" fmla="*/ 1529878 h 4282434"/>
                <a:gd name="connsiteX14" fmla="*/ 0 w 4282900"/>
                <a:gd name="connsiteY14" fmla="*/ 1239964 h 4282434"/>
                <a:gd name="connsiteX15" fmla="*/ 0 w 4282900"/>
                <a:gd name="connsiteY15" fmla="*/ 718910 h 4282434"/>
                <a:gd name="connsiteX16" fmla="*/ 0 w 4282900"/>
                <a:gd name="connsiteY16" fmla="*/ 536366 h 4282434"/>
                <a:gd name="connsiteX17" fmla="*/ 64279 w 4282900"/>
                <a:gd name="connsiteY17" fmla="*/ 3825 h 428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82900" h="4282434">
                  <a:moveTo>
                    <a:pt x="4213242" y="0"/>
                  </a:moveTo>
                  <a:cubicBezTo>
                    <a:pt x="4294511" y="306972"/>
                    <a:pt x="4271290" y="481595"/>
                    <a:pt x="4282900" y="718910"/>
                  </a:cubicBezTo>
                  <a:lnTo>
                    <a:pt x="4282900" y="1239964"/>
                  </a:lnTo>
                  <a:lnTo>
                    <a:pt x="4282900" y="1529878"/>
                  </a:lnTo>
                  <a:lnTo>
                    <a:pt x="4282900" y="1929088"/>
                  </a:lnTo>
                  <a:lnTo>
                    <a:pt x="4282900" y="2233475"/>
                  </a:lnTo>
                  <a:cubicBezTo>
                    <a:pt x="4282900" y="2849584"/>
                    <a:pt x="4108103" y="3157966"/>
                    <a:pt x="3723546" y="3426862"/>
                  </a:cubicBezTo>
                  <a:cubicBezTo>
                    <a:pt x="3323617" y="3658565"/>
                    <a:pt x="2798672" y="3757725"/>
                    <a:pt x="2332829" y="4117718"/>
                  </a:cubicBezTo>
                  <a:lnTo>
                    <a:pt x="2137940" y="4282434"/>
                  </a:lnTo>
                  <a:lnTo>
                    <a:pt x="1950069" y="4117718"/>
                  </a:lnTo>
                  <a:cubicBezTo>
                    <a:pt x="1484225" y="3757725"/>
                    <a:pt x="959280" y="3658565"/>
                    <a:pt x="559353" y="3426862"/>
                  </a:cubicBezTo>
                  <a:cubicBezTo>
                    <a:pt x="174796" y="3157966"/>
                    <a:pt x="0" y="2849584"/>
                    <a:pt x="0" y="2233475"/>
                  </a:cubicBezTo>
                  <a:lnTo>
                    <a:pt x="0" y="1929088"/>
                  </a:lnTo>
                  <a:lnTo>
                    <a:pt x="0" y="1529878"/>
                  </a:lnTo>
                  <a:lnTo>
                    <a:pt x="0" y="1239964"/>
                  </a:lnTo>
                  <a:lnTo>
                    <a:pt x="0" y="718910"/>
                  </a:lnTo>
                  <a:lnTo>
                    <a:pt x="0" y="536366"/>
                  </a:lnTo>
                  <a:cubicBezTo>
                    <a:pt x="10713" y="417185"/>
                    <a:pt x="19813" y="133066"/>
                    <a:pt x="64279" y="3825"/>
                  </a:cubicBezTo>
                </a:path>
              </a:pathLst>
            </a:custGeom>
            <a:noFill/>
            <a:ln w="25400" cap="rnd">
              <a:solidFill>
                <a:schemeClr val="bg2">
                  <a:lumMod val="75000"/>
                  <a:alpha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F0D6A17-AA80-4608-8660-8D1587A17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536649" y="1823190"/>
              <a:ext cx="1654608" cy="3209758"/>
            </a:xfrm>
            <a:custGeom>
              <a:avLst/>
              <a:gdLst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3723546 w 4282900"/>
                <a:gd name="connsiteY2" fmla="*/ 855573 h 5795027"/>
                <a:gd name="connsiteX3" fmla="*/ 4282900 w 4282900"/>
                <a:gd name="connsiteY3" fmla="*/ 2048959 h 5795027"/>
                <a:gd name="connsiteX4" fmla="*/ 4282900 w 4282900"/>
                <a:gd name="connsiteY4" fmla="*/ 2231503 h 5795027"/>
                <a:gd name="connsiteX5" fmla="*/ 4282900 w 4282900"/>
                <a:gd name="connsiteY5" fmla="*/ 2752557 h 5795027"/>
                <a:gd name="connsiteX6" fmla="*/ 4282900 w 4282900"/>
                <a:gd name="connsiteY6" fmla="*/ 3042471 h 5795027"/>
                <a:gd name="connsiteX7" fmla="*/ 4282900 w 4282900"/>
                <a:gd name="connsiteY7" fmla="*/ 3441681 h 5795027"/>
                <a:gd name="connsiteX8" fmla="*/ 4282900 w 4282900"/>
                <a:gd name="connsiteY8" fmla="*/ 3746068 h 5795027"/>
                <a:gd name="connsiteX9" fmla="*/ 3723546 w 4282900"/>
                <a:gd name="connsiteY9" fmla="*/ 4939455 h 5795027"/>
                <a:gd name="connsiteX10" fmla="*/ 2332829 w 4282900"/>
                <a:gd name="connsiteY10" fmla="*/ 5630311 h 5795027"/>
                <a:gd name="connsiteX11" fmla="*/ 2137940 w 4282900"/>
                <a:gd name="connsiteY11" fmla="*/ 5795027 h 5795027"/>
                <a:gd name="connsiteX12" fmla="*/ 1950069 w 4282900"/>
                <a:gd name="connsiteY12" fmla="*/ 5630311 h 5795027"/>
                <a:gd name="connsiteX13" fmla="*/ 559353 w 4282900"/>
                <a:gd name="connsiteY13" fmla="*/ 4939455 h 5795027"/>
                <a:gd name="connsiteX14" fmla="*/ 0 w 4282900"/>
                <a:gd name="connsiteY14" fmla="*/ 3746068 h 5795027"/>
                <a:gd name="connsiteX15" fmla="*/ 0 w 4282900"/>
                <a:gd name="connsiteY15" fmla="*/ 3441681 h 5795027"/>
                <a:gd name="connsiteX16" fmla="*/ 0 w 4282900"/>
                <a:gd name="connsiteY16" fmla="*/ 3042471 h 5795027"/>
                <a:gd name="connsiteX17" fmla="*/ 0 w 4282900"/>
                <a:gd name="connsiteY17" fmla="*/ 2752557 h 5795027"/>
                <a:gd name="connsiteX18" fmla="*/ 0 w 4282900"/>
                <a:gd name="connsiteY18" fmla="*/ 2231503 h 5795027"/>
                <a:gd name="connsiteX19" fmla="*/ 0 w 4282900"/>
                <a:gd name="connsiteY19" fmla="*/ 2048959 h 5795027"/>
                <a:gd name="connsiteX20" fmla="*/ 559354 w 4282900"/>
                <a:gd name="connsiteY20" fmla="*/ 855573 h 5795027"/>
                <a:gd name="connsiteX21" fmla="*/ 1950071 w 4282900"/>
                <a:gd name="connsiteY21" fmla="*/ 164715 h 5795027"/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2976290 w 4282900"/>
                <a:gd name="connsiteY2" fmla="*/ 524033 h 5795027"/>
                <a:gd name="connsiteX3" fmla="*/ 3723546 w 4282900"/>
                <a:gd name="connsiteY3" fmla="*/ 855573 h 5795027"/>
                <a:gd name="connsiteX4" fmla="*/ 4282900 w 4282900"/>
                <a:gd name="connsiteY4" fmla="*/ 2048959 h 5795027"/>
                <a:gd name="connsiteX5" fmla="*/ 4282900 w 4282900"/>
                <a:gd name="connsiteY5" fmla="*/ 2231503 h 5795027"/>
                <a:gd name="connsiteX6" fmla="*/ 4282900 w 4282900"/>
                <a:gd name="connsiteY6" fmla="*/ 2752557 h 5795027"/>
                <a:gd name="connsiteX7" fmla="*/ 4282900 w 4282900"/>
                <a:gd name="connsiteY7" fmla="*/ 3042471 h 5795027"/>
                <a:gd name="connsiteX8" fmla="*/ 4282900 w 4282900"/>
                <a:gd name="connsiteY8" fmla="*/ 3441681 h 5795027"/>
                <a:gd name="connsiteX9" fmla="*/ 4282900 w 4282900"/>
                <a:gd name="connsiteY9" fmla="*/ 3746068 h 5795027"/>
                <a:gd name="connsiteX10" fmla="*/ 3723546 w 4282900"/>
                <a:gd name="connsiteY10" fmla="*/ 4939455 h 5795027"/>
                <a:gd name="connsiteX11" fmla="*/ 2332829 w 4282900"/>
                <a:gd name="connsiteY11" fmla="*/ 5630311 h 5795027"/>
                <a:gd name="connsiteX12" fmla="*/ 2137940 w 4282900"/>
                <a:gd name="connsiteY12" fmla="*/ 5795027 h 5795027"/>
                <a:gd name="connsiteX13" fmla="*/ 1950069 w 4282900"/>
                <a:gd name="connsiteY13" fmla="*/ 5630311 h 5795027"/>
                <a:gd name="connsiteX14" fmla="*/ 559353 w 4282900"/>
                <a:gd name="connsiteY14" fmla="*/ 4939455 h 5795027"/>
                <a:gd name="connsiteX15" fmla="*/ 0 w 4282900"/>
                <a:gd name="connsiteY15" fmla="*/ 3746068 h 5795027"/>
                <a:gd name="connsiteX16" fmla="*/ 0 w 4282900"/>
                <a:gd name="connsiteY16" fmla="*/ 3441681 h 5795027"/>
                <a:gd name="connsiteX17" fmla="*/ 0 w 4282900"/>
                <a:gd name="connsiteY17" fmla="*/ 3042471 h 5795027"/>
                <a:gd name="connsiteX18" fmla="*/ 0 w 4282900"/>
                <a:gd name="connsiteY18" fmla="*/ 2752557 h 5795027"/>
                <a:gd name="connsiteX19" fmla="*/ 0 w 4282900"/>
                <a:gd name="connsiteY19" fmla="*/ 2231503 h 5795027"/>
                <a:gd name="connsiteX20" fmla="*/ 0 w 4282900"/>
                <a:gd name="connsiteY20" fmla="*/ 2048959 h 5795027"/>
                <a:gd name="connsiteX21" fmla="*/ 559354 w 4282900"/>
                <a:gd name="connsiteY21" fmla="*/ 855573 h 5795027"/>
                <a:gd name="connsiteX22" fmla="*/ 1950071 w 4282900"/>
                <a:gd name="connsiteY22" fmla="*/ 164715 h 5795027"/>
                <a:gd name="connsiteX23" fmla="*/ 2144960 w 4282900"/>
                <a:gd name="connsiteY23" fmla="*/ 0 h 5795027"/>
                <a:gd name="connsiteX0" fmla="*/ 3723546 w 4282900"/>
                <a:gd name="connsiteY0" fmla="*/ 855573 h 5795027"/>
                <a:gd name="connsiteX1" fmla="*/ 4282900 w 4282900"/>
                <a:gd name="connsiteY1" fmla="*/ 2048959 h 5795027"/>
                <a:gd name="connsiteX2" fmla="*/ 4282900 w 4282900"/>
                <a:gd name="connsiteY2" fmla="*/ 2231503 h 5795027"/>
                <a:gd name="connsiteX3" fmla="*/ 4282900 w 4282900"/>
                <a:gd name="connsiteY3" fmla="*/ 2752557 h 5795027"/>
                <a:gd name="connsiteX4" fmla="*/ 4282900 w 4282900"/>
                <a:gd name="connsiteY4" fmla="*/ 3042471 h 5795027"/>
                <a:gd name="connsiteX5" fmla="*/ 4282900 w 4282900"/>
                <a:gd name="connsiteY5" fmla="*/ 3441681 h 5795027"/>
                <a:gd name="connsiteX6" fmla="*/ 4282900 w 4282900"/>
                <a:gd name="connsiteY6" fmla="*/ 3746068 h 5795027"/>
                <a:gd name="connsiteX7" fmla="*/ 3723546 w 4282900"/>
                <a:gd name="connsiteY7" fmla="*/ 4939455 h 5795027"/>
                <a:gd name="connsiteX8" fmla="*/ 2332829 w 4282900"/>
                <a:gd name="connsiteY8" fmla="*/ 5630311 h 5795027"/>
                <a:gd name="connsiteX9" fmla="*/ 2137940 w 4282900"/>
                <a:gd name="connsiteY9" fmla="*/ 5795027 h 5795027"/>
                <a:gd name="connsiteX10" fmla="*/ 1950069 w 4282900"/>
                <a:gd name="connsiteY10" fmla="*/ 5630311 h 5795027"/>
                <a:gd name="connsiteX11" fmla="*/ 559353 w 4282900"/>
                <a:gd name="connsiteY11" fmla="*/ 4939455 h 5795027"/>
                <a:gd name="connsiteX12" fmla="*/ 0 w 4282900"/>
                <a:gd name="connsiteY12" fmla="*/ 3746068 h 5795027"/>
                <a:gd name="connsiteX13" fmla="*/ 0 w 4282900"/>
                <a:gd name="connsiteY13" fmla="*/ 3441681 h 5795027"/>
                <a:gd name="connsiteX14" fmla="*/ 0 w 4282900"/>
                <a:gd name="connsiteY14" fmla="*/ 3042471 h 5795027"/>
                <a:gd name="connsiteX15" fmla="*/ 0 w 4282900"/>
                <a:gd name="connsiteY15" fmla="*/ 2752557 h 5795027"/>
                <a:gd name="connsiteX16" fmla="*/ 0 w 4282900"/>
                <a:gd name="connsiteY16" fmla="*/ 2231503 h 5795027"/>
                <a:gd name="connsiteX17" fmla="*/ 0 w 4282900"/>
                <a:gd name="connsiteY17" fmla="*/ 2048959 h 5795027"/>
                <a:gd name="connsiteX18" fmla="*/ 559354 w 4282900"/>
                <a:gd name="connsiteY18" fmla="*/ 855573 h 5795027"/>
                <a:gd name="connsiteX19" fmla="*/ 1950071 w 4282900"/>
                <a:gd name="connsiteY19" fmla="*/ 164715 h 5795027"/>
                <a:gd name="connsiteX20" fmla="*/ 2144960 w 4282900"/>
                <a:gd name="connsiteY20" fmla="*/ 0 h 5795027"/>
                <a:gd name="connsiteX21" fmla="*/ 2332832 w 4282900"/>
                <a:gd name="connsiteY21" fmla="*/ 164715 h 5795027"/>
                <a:gd name="connsiteX22" fmla="*/ 2976290 w 4282900"/>
                <a:gd name="connsiteY22" fmla="*/ 524033 h 5795027"/>
                <a:gd name="connsiteX23" fmla="*/ 3888635 w 4282900"/>
                <a:gd name="connsiteY23" fmla="*/ 1020662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2976290 w 4282900"/>
                <a:gd name="connsiteY21" fmla="*/ 524033 h 5795027"/>
                <a:gd name="connsiteX22" fmla="*/ 3888635 w 4282900"/>
                <a:gd name="connsiteY22" fmla="*/ 1020662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2976290 w 4282900"/>
                <a:gd name="connsiteY21" fmla="*/ 524033 h 5795027"/>
                <a:gd name="connsiteX0" fmla="*/ 4282900 w 4282900"/>
                <a:gd name="connsiteY0" fmla="*/ 2231503 h 5795027"/>
                <a:gd name="connsiteX1" fmla="*/ 4282900 w 4282900"/>
                <a:gd name="connsiteY1" fmla="*/ 2752557 h 5795027"/>
                <a:gd name="connsiteX2" fmla="*/ 4282900 w 4282900"/>
                <a:gd name="connsiteY2" fmla="*/ 3042471 h 5795027"/>
                <a:gd name="connsiteX3" fmla="*/ 4282900 w 4282900"/>
                <a:gd name="connsiteY3" fmla="*/ 3441681 h 5795027"/>
                <a:gd name="connsiteX4" fmla="*/ 4282900 w 4282900"/>
                <a:gd name="connsiteY4" fmla="*/ 3746068 h 5795027"/>
                <a:gd name="connsiteX5" fmla="*/ 3723546 w 4282900"/>
                <a:gd name="connsiteY5" fmla="*/ 4939455 h 5795027"/>
                <a:gd name="connsiteX6" fmla="*/ 2332829 w 4282900"/>
                <a:gd name="connsiteY6" fmla="*/ 5630311 h 5795027"/>
                <a:gd name="connsiteX7" fmla="*/ 2137940 w 4282900"/>
                <a:gd name="connsiteY7" fmla="*/ 5795027 h 5795027"/>
                <a:gd name="connsiteX8" fmla="*/ 1950069 w 4282900"/>
                <a:gd name="connsiteY8" fmla="*/ 5630311 h 5795027"/>
                <a:gd name="connsiteX9" fmla="*/ 559353 w 4282900"/>
                <a:gd name="connsiteY9" fmla="*/ 4939455 h 5795027"/>
                <a:gd name="connsiteX10" fmla="*/ 0 w 4282900"/>
                <a:gd name="connsiteY10" fmla="*/ 3746068 h 5795027"/>
                <a:gd name="connsiteX11" fmla="*/ 0 w 4282900"/>
                <a:gd name="connsiteY11" fmla="*/ 3441681 h 5795027"/>
                <a:gd name="connsiteX12" fmla="*/ 0 w 4282900"/>
                <a:gd name="connsiteY12" fmla="*/ 3042471 h 5795027"/>
                <a:gd name="connsiteX13" fmla="*/ 0 w 4282900"/>
                <a:gd name="connsiteY13" fmla="*/ 2752557 h 5795027"/>
                <a:gd name="connsiteX14" fmla="*/ 0 w 4282900"/>
                <a:gd name="connsiteY14" fmla="*/ 2231503 h 5795027"/>
                <a:gd name="connsiteX15" fmla="*/ 0 w 4282900"/>
                <a:gd name="connsiteY15" fmla="*/ 2048959 h 5795027"/>
                <a:gd name="connsiteX16" fmla="*/ 559354 w 4282900"/>
                <a:gd name="connsiteY16" fmla="*/ 855573 h 5795027"/>
                <a:gd name="connsiteX17" fmla="*/ 1950071 w 4282900"/>
                <a:gd name="connsiteY17" fmla="*/ 164715 h 5795027"/>
                <a:gd name="connsiteX18" fmla="*/ 2144960 w 4282900"/>
                <a:gd name="connsiteY18" fmla="*/ 0 h 5795027"/>
                <a:gd name="connsiteX19" fmla="*/ 2332832 w 4282900"/>
                <a:gd name="connsiteY19" fmla="*/ 164715 h 5795027"/>
                <a:gd name="connsiteX20" fmla="*/ 2976290 w 4282900"/>
                <a:gd name="connsiteY20" fmla="*/ 524033 h 5795027"/>
                <a:gd name="connsiteX0" fmla="*/ 4282900 w 4282900"/>
                <a:gd name="connsiteY0" fmla="*/ 2752557 h 5795027"/>
                <a:gd name="connsiteX1" fmla="*/ 4282900 w 4282900"/>
                <a:gd name="connsiteY1" fmla="*/ 3042471 h 5795027"/>
                <a:gd name="connsiteX2" fmla="*/ 4282900 w 4282900"/>
                <a:gd name="connsiteY2" fmla="*/ 3441681 h 5795027"/>
                <a:gd name="connsiteX3" fmla="*/ 4282900 w 4282900"/>
                <a:gd name="connsiteY3" fmla="*/ 3746068 h 5795027"/>
                <a:gd name="connsiteX4" fmla="*/ 3723546 w 4282900"/>
                <a:gd name="connsiteY4" fmla="*/ 4939455 h 5795027"/>
                <a:gd name="connsiteX5" fmla="*/ 2332829 w 4282900"/>
                <a:gd name="connsiteY5" fmla="*/ 5630311 h 5795027"/>
                <a:gd name="connsiteX6" fmla="*/ 2137940 w 4282900"/>
                <a:gd name="connsiteY6" fmla="*/ 5795027 h 5795027"/>
                <a:gd name="connsiteX7" fmla="*/ 1950069 w 4282900"/>
                <a:gd name="connsiteY7" fmla="*/ 5630311 h 5795027"/>
                <a:gd name="connsiteX8" fmla="*/ 559353 w 4282900"/>
                <a:gd name="connsiteY8" fmla="*/ 4939455 h 5795027"/>
                <a:gd name="connsiteX9" fmla="*/ 0 w 4282900"/>
                <a:gd name="connsiteY9" fmla="*/ 3746068 h 5795027"/>
                <a:gd name="connsiteX10" fmla="*/ 0 w 4282900"/>
                <a:gd name="connsiteY10" fmla="*/ 3441681 h 5795027"/>
                <a:gd name="connsiteX11" fmla="*/ 0 w 4282900"/>
                <a:gd name="connsiteY11" fmla="*/ 3042471 h 5795027"/>
                <a:gd name="connsiteX12" fmla="*/ 0 w 4282900"/>
                <a:gd name="connsiteY12" fmla="*/ 2752557 h 5795027"/>
                <a:gd name="connsiteX13" fmla="*/ 0 w 4282900"/>
                <a:gd name="connsiteY13" fmla="*/ 2231503 h 5795027"/>
                <a:gd name="connsiteX14" fmla="*/ 0 w 4282900"/>
                <a:gd name="connsiteY14" fmla="*/ 2048959 h 5795027"/>
                <a:gd name="connsiteX15" fmla="*/ 559354 w 4282900"/>
                <a:gd name="connsiteY15" fmla="*/ 855573 h 5795027"/>
                <a:gd name="connsiteX16" fmla="*/ 1950071 w 4282900"/>
                <a:gd name="connsiteY16" fmla="*/ 164715 h 5795027"/>
                <a:gd name="connsiteX17" fmla="*/ 2144960 w 4282900"/>
                <a:gd name="connsiteY17" fmla="*/ 0 h 5795027"/>
                <a:gd name="connsiteX18" fmla="*/ 2332832 w 4282900"/>
                <a:gd name="connsiteY18" fmla="*/ 164715 h 5795027"/>
                <a:gd name="connsiteX19" fmla="*/ 2976290 w 4282900"/>
                <a:gd name="connsiteY19" fmla="*/ 524033 h 5795027"/>
                <a:gd name="connsiteX0" fmla="*/ 4282900 w 4282900"/>
                <a:gd name="connsiteY0" fmla="*/ 3042471 h 5795027"/>
                <a:gd name="connsiteX1" fmla="*/ 4282900 w 4282900"/>
                <a:gd name="connsiteY1" fmla="*/ 3441681 h 5795027"/>
                <a:gd name="connsiteX2" fmla="*/ 4282900 w 4282900"/>
                <a:gd name="connsiteY2" fmla="*/ 3746068 h 5795027"/>
                <a:gd name="connsiteX3" fmla="*/ 3723546 w 4282900"/>
                <a:gd name="connsiteY3" fmla="*/ 4939455 h 5795027"/>
                <a:gd name="connsiteX4" fmla="*/ 2332829 w 4282900"/>
                <a:gd name="connsiteY4" fmla="*/ 5630311 h 5795027"/>
                <a:gd name="connsiteX5" fmla="*/ 2137940 w 4282900"/>
                <a:gd name="connsiteY5" fmla="*/ 5795027 h 5795027"/>
                <a:gd name="connsiteX6" fmla="*/ 1950069 w 4282900"/>
                <a:gd name="connsiteY6" fmla="*/ 5630311 h 5795027"/>
                <a:gd name="connsiteX7" fmla="*/ 559353 w 4282900"/>
                <a:gd name="connsiteY7" fmla="*/ 4939455 h 5795027"/>
                <a:gd name="connsiteX8" fmla="*/ 0 w 4282900"/>
                <a:gd name="connsiteY8" fmla="*/ 3746068 h 5795027"/>
                <a:gd name="connsiteX9" fmla="*/ 0 w 4282900"/>
                <a:gd name="connsiteY9" fmla="*/ 3441681 h 5795027"/>
                <a:gd name="connsiteX10" fmla="*/ 0 w 4282900"/>
                <a:gd name="connsiteY10" fmla="*/ 3042471 h 5795027"/>
                <a:gd name="connsiteX11" fmla="*/ 0 w 4282900"/>
                <a:gd name="connsiteY11" fmla="*/ 2752557 h 5795027"/>
                <a:gd name="connsiteX12" fmla="*/ 0 w 4282900"/>
                <a:gd name="connsiteY12" fmla="*/ 2231503 h 5795027"/>
                <a:gd name="connsiteX13" fmla="*/ 0 w 4282900"/>
                <a:gd name="connsiteY13" fmla="*/ 2048959 h 5795027"/>
                <a:gd name="connsiteX14" fmla="*/ 559354 w 4282900"/>
                <a:gd name="connsiteY14" fmla="*/ 855573 h 5795027"/>
                <a:gd name="connsiteX15" fmla="*/ 1950071 w 4282900"/>
                <a:gd name="connsiteY15" fmla="*/ 164715 h 5795027"/>
                <a:gd name="connsiteX16" fmla="*/ 2144960 w 4282900"/>
                <a:gd name="connsiteY16" fmla="*/ 0 h 5795027"/>
                <a:gd name="connsiteX17" fmla="*/ 2332832 w 4282900"/>
                <a:gd name="connsiteY17" fmla="*/ 164715 h 5795027"/>
                <a:gd name="connsiteX18" fmla="*/ 2976290 w 4282900"/>
                <a:gd name="connsiteY18" fmla="*/ 524033 h 5795027"/>
                <a:gd name="connsiteX0" fmla="*/ 4282900 w 4282900"/>
                <a:gd name="connsiteY0" fmla="*/ 3441681 h 5795027"/>
                <a:gd name="connsiteX1" fmla="*/ 4282900 w 4282900"/>
                <a:gd name="connsiteY1" fmla="*/ 3746068 h 5795027"/>
                <a:gd name="connsiteX2" fmla="*/ 3723546 w 4282900"/>
                <a:gd name="connsiteY2" fmla="*/ 4939455 h 5795027"/>
                <a:gd name="connsiteX3" fmla="*/ 2332829 w 4282900"/>
                <a:gd name="connsiteY3" fmla="*/ 5630311 h 5795027"/>
                <a:gd name="connsiteX4" fmla="*/ 2137940 w 4282900"/>
                <a:gd name="connsiteY4" fmla="*/ 5795027 h 5795027"/>
                <a:gd name="connsiteX5" fmla="*/ 1950069 w 4282900"/>
                <a:gd name="connsiteY5" fmla="*/ 5630311 h 5795027"/>
                <a:gd name="connsiteX6" fmla="*/ 559353 w 4282900"/>
                <a:gd name="connsiteY6" fmla="*/ 4939455 h 5795027"/>
                <a:gd name="connsiteX7" fmla="*/ 0 w 4282900"/>
                <a:gd name="connsiteY7" fmla="*/ 3746068 h 5795027"/>
                <a:gd name="connsiteX8" fmla="*/ 0 w 4282900"/>
                <a:gd name="connsiteY8" fmla="*/ 3441681 h 5795027"/>
                <a:gd name="connsiteX9" fmla="*/ 0 w 4282900"/>
                <a:gd name="connsiteY9" fmla="*/ 3042471 h 5795027"/>
                <a:gd name="connsiteX10" fmla="*/ 0 w 4282900"/>
                <a:gd name="connsiteY10" fmla="*/ 2752557 h 5795027"/>
                <a:gd name="connsiteX11" fmla="*/ 0 w 4282900"/>
                <a:gd name="connsiteY11" fmla="*/ 2231503 h 5795027"/>
                <a:gd name="connsiteX12" fmla="*/ 0 w 4282900"/>
                <a:gd name="connsiteY12" fmla="*/ 2048959 h 5795027"/>
                <a:gd name="connsiteX13" fmla="*/ 559354 w 4282900"/>
                <a:gd name="connsiteY13" fmla="*/ 855573 h 5795027"/>
                <a:gd name="connsiteX14" fmla="*/ 1950071 w 4282900"/>
                <a:gd name="connsiteY14" fmla="*/ 164715 h 5795027"/>
                <a:gd name="connsiteX15" fmla="*/ 2144960 w 4282900"/>
                <a:gd name="connsiteY15" fmla="*/ 0 h 5795027"/>
                <a:gd name="connsiteX16" fmla="*/ 2332832 w 4282900"/>
                <a:gd name="connsiteY16" fmla="*/ 164715 h 5795027"/>
                <a:gd name="connsiteX17" fmla="*/ 2976290 w 4282900"/>
                <a:gd name="connsiteY17" fmla="*/ 524033 h 5795027"/>
                <a:gd name="connsiteX0" fmla="*/ 4282900 w 4282900"/>
                <a:gd name="connsiteY0" fmla="*/ 3441681 h 5795027"/>
                <a:gd name="connsiteX1" fmla="*/ 3723546 w 4282900"/>
                <a:gd name="connsiteY1" fmla="*/ 4939455 h 5795027"/>
                <a:gd name="connsiteX2" fmla="*/ 2332829 w 4282900"/>
                <a:gd name="connsiteY2" fmla="*/ 5630311 h 5795027"/>
                <a:gd name="connsiteX3" fmla="*/ 2137940 w 4282900"/>
                <a:gd name="connsiteY3" fmla="*/ 5795027 h 5795027"/>
                <a:gd name="connsiteX4" fmla="*/ 1950069 w 4282900"/>
                <a:gd name="connsiteY4" fmla="*/ 5630311 h 5795027"/>
                <a:gd name="connsiteX5" fmla="*/ 559353 w 4282900"/>
                <a:gd name="connsiteY5" fmla="*/ 4939455 h 5795027"/>
                <a:gd name="connsiteX6" fmla="*/ 0 w 4282900"/>
                <a:gd name="connsiteY6" fmla="*/ 3746068 h 5795027"/>
                <a:gd name="connsiteX7" fmla="*/ 0 w 4282900"/>
                <a:gd name="connsiteY7" fmla="*/ 3441681 h 5795027"/>
                <a:gd name="connsiteX8" fmla="*/ 0 w 4282900"/>
                <a:gd name="connsiteY8" fmla="*/ 3042471 h 5795027"/>
                <a:gd name="connsiteX9" fmla="*/ 0 w 4282900"/>
                <a:gd name="connsiteY9" fmla="*/ 2752557 h 5795027"/>
                <a:gd name="connsiteX10" fmla="*/ 0 w 4282900"/>
                <a:gd name="connsiteY10" fmla="*/ 2231503 h 5795027"/>
                <a:gd name="connsiteX11" fmla="*/ 0 w 4282900"/>
                <a:gd name="connsiteY11" fmla="*/ 2048959 h 5795027"/>
                <a:gd name="connsiteX12" fmla="*/ 559354 w 4282900"/>
                <a:gd name="connsiteY12" fmla="*/ 855573 h 5795027"/>
                <a:gd name="connsiteX13" fmla="*/ 1950071 w 4282900"/>
                <a:gd name="connsiteY13" fmla="*/ 164715 h 5795027"/>
                <a:gd name="connsiteX14" fmla="*/ 2144960 w 4282900"/>
                <a:gd name="connsiteY14" fmla="*/ 0 h 5795027"/>
                <a:gd name="connsiteX15" fmla="*/ 2332832 w 4282900"/>
                <a:gd name="connsiteY15" fmla="*/ 164715 h 5795027"/>
                <a:gd name="connsiteX16" fmla="*/ 2976290 w 4282900"/>
                <a:gd name="connsiteY16" fmla="*/ 524033 h 5795027"/>
                <a:gd name="connsiteX0" fmla="*/ 3723546 w 3723546"/>
                <a:gd name="connsiteY0" fmla="*/ 4939455 h 5795027"/>
                <a:gd name="connsiteX1" fmla="*/ 2332829 w 3723546"/>
                <a:gd name="connsiteY1" fmla="*/ 5630311 h 5795027"/>
                <a:gd name="connsiteX2" fmla="*/ 2137940 w 3723546"/>
                <a:gd name="connsiteY2" fmla="*/ 5795027 h 5795027"/>
                <a:gd name="connsiteX3" fmla="*/ 1950069 w 3723546"/>
                <a:gd name="connsiteY3" fmla="*/ 5630311 h 5795027"/>
                <a:gd name="connsiteX4" fmla="*/ 559353 w 3723546"/>
                <a:gd name="connsiteY4" fmla="*/ 4939455 h 5795027"/>
                <a:gd name="connsiteX5" fmla="*/ 0 w 3723546"/>
                <a:gd name="connsiteY5" fmla="*/ 3746068 h 5795027"/>
                <a:gd name="connsiteX6" fmla="*/ 0 w 3723546"/>
                <a:gd name="connsiteY6" fmla="*/ 3441681 h 5795027"/>
                <a:gd name="connsiteX7" fmla="*/ 0 w 3723546"/>
                <a:gd name="connsiteY7" fmla="*/ 3042471 h 5795027"/>
                <a:gd name="connsiteX8" fmla="*/ 0 w 3723546"/>
                <a:gd name="connsiteY8" fmla="*/ 2752557 h 5795027"/>
                <a:gd name="connsiteX9" fmla="*/ 0 w 3723546"/>
                <a:gd name="connsiteY9" fmla="*/ 2231503 h 5795027"/>
                <a:gd name="connsiteX10" fmla="*/ 0 w 3723546"/>
                <a:gd name="connsiteY10" fmla="*/ 2048959 h 5795027"/>
                <a:gd name="connsiteX11" fmla="*/ 559354 w 3723546"/>
                <a:gd name="connsiteY11" fmla="*/ 855573 h 5795027"/>
                <a:gd name="connsiteX12" fmla="*/ 1950071 w 3723546"/>
                <a:gd name="connsiteY12" fmla="*/ 164715 h 5795027"/>
                <a:gd name="connsiteX13" fmla="*/ 2144960 w 3723546"/>
                <a:gd name="connsiteY13" fmla="*/ 0 h 5795027"/>
                <a:gd name="connsiteX14" fmla="*/ 2332832 w 3723546"/>
                <a:gd name="connsiteY14" fmla="*/ 164715 h 5795027"/>
                <a:gd name="connsiteX15" fmla="*/ 2976290 w 3723546"/>
                <a:gd name="connsiteY15" fmla="*/ 524033 h 5795027"/>
                <a:gd name="connsiteX0" fmla="*/ 3723546 w 3723546"/>
                <a:gd name="connsiteY0" fmla="*/ 4939455 h 5795027"/>
                <a:gd name="connsiteX1" fmla="*/ 2989878 w 3723546"/>
                <a:gd name="connsiteY1" fmla="*/ 5266109 h 5795027"/>
                <a:gd name="connsiteX2" fmla="*/ 2332829 w 3723546"/>
                <a:gd name="connsiteY2" fmla="*/ 5630311 h 5795027"/>
                <a:gd name="connsiteX3" fmla="*/ 2137940 w 3723546"/>
                <a:gd name="connsiteY3" fmla="*/ 5795027 h 5795027"/>
                <a:gd name="connsiteX4" fmla="*/ 1950069 w 3723546"/>
                <a:gd name="connsiteY4" fmla="*/ 5630311 h 5795027"/>
                <a:gd name="connsiteX5" fmla="*/ 559353 w 3723546"/>
                <a:gd name="connsiteY5" fmla="*/ 4939455 h 5795027"/>
                <a:gd name="connsiteX6" fmla="*/ 0 w 3723546"/>
                <a:gd name="connsiteY6" fmla="*/ 3746068 h 5795027"/>
                <a:gd name="connsiteX7" fmla="*/ 0 w 3723546"/>
                <a:gd name="connsiteY7" fmla="*/ 3441681 h 5795027"/>
                <a:gd name="connsiteX8" fmla="*/ 0 w 3723546"/>
                <a:gd name="connsiteY8" fmla="*/ 3042471 h 5795027"/>
                <a:gd name="connsiteX9" fmla="*/ 0 w 3723546"/>
                <a:gd name="connsiteY9" fmla="*/ 2752557 h 5795027"/>
                <a:gd name="connsiteX10" fmla="*/ 0 w 3723546"/>
                <a:gd name="connsiteY10" fmla="*/ 2231503 h 5795027"/>
                <a:gd name="connsiteX11" fmla="*/ 0 w 3723546"/>
                <a:gd name="connsiteY11" fmla="*/ 2048959 h 5795027"/>
                <a:gd name="connsiteX12" fmla="*/ 559354 w 3723546"/>
                <a:gd name="connsiteY12" fmla="*/ 855573 h 5795027"/>
                <a:gd name="connsiteX13" fmla="*/ 1950071 w 3723546"/>
                <a:gd name="connsiteY13" fmla="*/ 164715 h 5795027"/>
                <a:gd name="connsiteX14" fmla="*/ 2144960 w 3723546"/>
                <a:gd name="connsiteY14" fmla="*/ 0 h 5795027"/>
                <a:gd name="connsiteX15" fmla="*/ 2332832 w 3723546"/>
                <a:gd name="connsiteY15" fmla="*/ 164715 h 5795027"/>
                <a:gd name="connsiteX16" fmla="*/ 2976290 w 3723546"/>
                <a:gd name="connsiteY16" fmla="*/ 524033 h 5795027"/>
                <a:gd name="connsiteX0" fmla="*/ 2989878 w 2989878"/>
                <a:gd name="connsiteY0" fmla="*/ 5266109 h 5795027"/>
                <a:gd name="connsiteX1" fmla="*/ 2332829 w 2989878"/>
                <a:gd name="connsiteY1" fmla="*/ 5630311 h 5795027"/>
                <a:gd name="connsiteX2" fmla="*/ 2137940 w 2989878"/>
                <a:gd name="connsiteY2" fmla="*/ 5795027 h 5795027"/>
                <a:gd name="connsiteX3" fmla="*/ 1950069 w 2989878"/>
                <a:gd name="connsiteY3" fmla="*/ 5630311 h 5795027"/>
                <a:gd name="connsiteX4" fmla="*/ 559353 w 2989878"/>
                <a:gd name="connsiteY4" fmla="*/ 4939455 h 5795027"/>
                <a:gd name="connsiteX5" fmla="*/ 0 w 2989878"/>
                <a:gd name="connsiteY5" fmla="*/ 3746068 h 5795027"/>
                <a:gd name="connsiteX6" fmla="*/ 0 w 2989878"/>
                <a:gd name="connsiteY6" fmla="*/ 3441681 h 5795027"/>
                <a:gd name="connsiteX7" fmla="*/ 0 w 2989878"/>
                <a:gd name="connsiteY7" fmla="*/ 3042471 h 5795027"/>
                <a:gd name="connsiteX8" fmla="*/ 0 w 2989878"/>
                <a:gd name="connsiteY8" fmla="*/ 2752557 h 5795027"/>
                <a:gd name="connsiteX9" fmla="*/ 0 w 2989878"/>
                <a:gd name="connsiteY9" fmla="*/ 2231503 h 5795027"/>
                <a:gd name="connsiteX10" fmla="*/ 0 w 2989878"/>
                <a:gd name="connsiteY10" fmla="*/ 2048959 h 5795027"/>
                <a:gd name="connsiteX11" fmla="*/ 559354 w 2989878"/>
                <a:gd name="connsiteY11" fmla="*/ 855573 h 5795027"/>
                <a:gd name="connsiteX12" fmla="*/ 1950071 w 2989878"/>
                <a:gd name="connsiteY12" fmla="*/ 164715 h 5795027"/>
                <a:gd name="connsiteX13" fmla="*/ 2144960 w 2989878"/>
                <a:gd name="connsiteY13" fmla="*/ 0 h 5795027"/>
                <a:gd name="connsiteX14" fmla="*/ 2332832 w 2989878"/>
                <a:gd name="connsiteY14" fmla="*/ 164715 h 5795027"/>
                <a:gd name="connsiteX15" fmla="*/ 2976290 w 2989878"/>
                <a:gd name="connsiteY15" fmla="*/ 524033 h 5795027"/>
                <a:gd name="connsiteX0" fmla="*/ 2989878 w 2989878"/>
                <a:gd name="connsiteY0" fmla="*/ 5266109 h 5795027"/>
                <a:gd name="connsiteX1" fmla="*/ 2332829 w 2989878"/>
                <a:gd name="connsiteY1" fmla="*/ 5630311 h 5795027"/>
                <a:gd name="connsiteX2" fmla="*/ 2137940 w 2989878"/>
                <a:gd name="connsiteY2" fmla="*/ 5795027 h 5795027"/>
                <a:gd name="connsiteX3" fmla="*/ 1950069 w 2989878"/>
                <a:gd name="connsiteY3" fmla="*/ 5630311 h 5795027"/>
                <a:gd name="connsiteX4" fmla="*/ 559353 w 2989878"/>
                <a:gd name="connsiteY4" fmla="*/ 4939455 h 5795027"/>
                <a:gd name="connsiteX5" fmla="*/ 0 w 2989878"/>
                <a:gd name="connsiteY5" fmla="*/ 3746068 h 5795027"/>
                <a:gd name="connsiteX6" fmla="*/ 0 w 2989878"/>
                <a:gd name="connsiteY6" fmla="*/ 3441681 h 5795027"/>
                <a:gd name="connsiteX7" fmla="*/ 0 w 2989878"/>
                <a:gd name="connsiteY7" fmla="*/ 3042471 h 5795027"/>
                <a:gd name="connsiteX8" fmla="*/ 0 w 2989878"/>
                <a:gd name="connsiteY8" fmla="*/ 2752557 h 5795027"/>
                <a:gd name="connsiteX9" fmla="*/ 0 w 2989878"/>
                <a:gd name="connsiteY9" fmla="*/ 2231503 h 5795027"/>
                <a:gd name="connsiteX10" fmla="*/ 0 w 2989878"/>
                <a:gd name="connsiteY10" fmla="*/ 2048959 h 5795027"/>
                <a:gd name="connsiteX11" fmla="*/ 559354 w 2989878"/>
                <a:gd name="connsiteY11" fmla="*/ 855573 h 5795027"/>
                <a:gd name="connsiteX12" fmla="*/ 1950071 w 2989878"/>
                <a:gd name="connsiteY12" fmla="*/ 164715 h 5795027"/>
                <a:gd name="connsiteX13" fmla="*/ 2144960 w 2989878"/>
                <a:gd name="connsiteY13" fmla="*/ 0 h 5795027"/>
                <a:gd name="connsiteX14" fmla="*/ 2332832 w 2989878"/>
                <a:gd name="connsiteY14" fmla="*/ 164715 h 5795027"/>
                <a:gd name="connsiteX15" fmla="*/ 2976290 w 2989878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87296"/>
                <a:gd name="connsiteY0" fmla="*/ 5266109 h 5795027"/>
                <a:gd name="connsiteX1" fmla="*/ 2332829 w 2987296"/>
                <a:gd name="connsiteY1" fmla="*/ 5630311 h 5795027"/>
                <a:gd name="connsiteX2" fmla="*/ 2137940 w 2987296"/>
                <a:gd name="connsiteY2" fmla="*/ 5795027 h 5795027"/>
                <a:gd name="connsiteX3" fmla="*/ 1950069 w 2987296"/>
                <a:gd name="connsiteY3" fmla="*/ 5630311 h 5795027"/>
                <a:gd name="connsiteX4" fmla="*/ 559353 w 2987296"/>
                <a:gd name="connsiteY4" fmla="*/ 4939455 h 5795027"/>
                <a:gd name="connsiteX5" fmla="*/ 0 w 2987296"/>
                <a:gd name="connsiteY5" fmla="*/ 3746068 h 5795027"/>
                <a:gd name="connsiteX6" fmla="*/ 0 w 2987296"/>
                <a:gd name="connsiteY6" fmla="*/ 3441681 h 5795027"/>
                <a:gd name="connsiteX7" fmla="*/ 0 w 2987296"/>
                <a:gd name="connsiteY7" fmla="*/ 3042471 h 5795027"/>
                <a:gd name="connsiteX8" fmla="*/ 0 w 2987296"/>
                <a:gd name="connsiteY8" fmla="*/ 2752557 h 5795027"/>
                <a:gd name="connsiteX9" fmla="*/ 0 w 2987296"/>
                <a:gd name="connsiteY9" fmla="*/ 2231503 h 5795027"/>
                <a:gd name="connsiteX10" fmla="*/ 0 w 2987296"/>
                <a:gd name="connsiteY10" fmla="*/ 2048959 h 5795027"/>
                <a:gd name="connsiteX11" fmla="*/ 559354 w 2987296"/>
                <a:gd name="connsiteY11" fmla="*/ 855573 h 5795027"/>
                <a:gd name="connsiteX12" fmla="*/ 1950071 w 2987296"/>
                <a:gd name="connsiteY12" fmla="*/ 164715 h 5795027"/>
                <a:gd name="connsiteX13" fmla="*/ 2144960 w 2987296"/>
                <a:gd name="connsiteY13" fmla="*/ 0 h 5795027"/>
                <a:gd name="connsiteX14" fmla="*/ 2332832 w 2987296"/>
                <a:gd name="connsiteY14" fmla="*/ 164715 h 5795027"/>
                <a:gd name="connsiteX15" fmla="*/ 2987296 w 2987296"/>
                <a:gd name="connsiteY15" fmla="*/ 557051 h 5795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987296" h="5795027">
                  <a:moveTo>
                    <a:pt x="2955049" y="5266109"/>
                  </a:moveTo>
                  <a:cubicBezTo>
                    <a:pt x="2737194" y="5332489"/>
                    <a:pt x="2474819" y="5542158"/>
                    <a:pt x="2332829" y="5630311"/>
                  </a:cubicBezTo>
                  <a:lnTo>
                    <a:pt x="2137940" y="5795027"/>
                  </a:lnTo>
                  <a:lnTo>
                    <a:pt x="1950069" y="5630311"/>
                  </a:lnTo>
                  <a:cubicBezTo>
                    <a:pt x="1484225" y="5270318"/>
                    <a:pt x="959280" y="5171158"/>
                    <a:pt x="559353" y="4939455"/>
                  </a:cubicBezTo>
                  <a:cubicBezTo>
                    <a:pt x="174796" y="4670559"/>
                    <a:pt x="0" y="4362177"/>
                    <a:pt x="0" y="3746068"/>
                  </a:cubicBezTo>
                  <a:lnTo>
                    <a:pt x="0" y="3441681"/>
                  </a:lnTo>
                  <a:lnTo>
                    <a:pt x="0" y="3042471"/>
                  </a:lnTo>
                  <a:lnTo>
                    <a:pt x="0" y="2752557"/>
                  </a:lnTo>
                  <a:lnTo>
                    <a:pt x="0" y="2231503"/>
                  </a:lnTo>
                  <a:lnTo>
                    <a:pt x="0" y="2048959"/>
                  </a:lnTo>
                  <a:cubicBezTo>
                    <a:pt x="0" y="1432851"/>
                    <a:pt x="174797" y="1124469"/>
                    <a:pt x="559354" y="855573"/>
                  </a:cubicBezTo>
                  <a:cubicBezTo>
                    <a:pt x="959283" y="623869"/>
                    <a:pt x="1484227" y="524709"/>
                    <a:pt x="1950071" y="164715"/>
                  </a:cubicBezTo>
                  <a:lnTo>
                    <a:pt x="2144960" y="0"/>
                  </a:lnTo>
                  <a:lnTo>
                    <a:pt x="2332832" y="164715"/>
                  </a:lnTo>
                  <a:cubicBezTo>
                    <a:pt x="2471387" y="252054"/>
                    <a:pt x="2755510" y="441908"/>
                    <a:pt x="2987296" y="557051"/>
                  </a:cubicBezTo>
                </a:path>
              </a:pathLst>
            </a:custGeom>
            <a:noFill/>
            <a:ln w="25400" cap="rnd">
              <a:solidFill>
                <a:schemeClr val="bg2">
                  <a:lumMod val="75000"/>
                  <a:alpha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C2EB847-AD8B-B344-B815-D928467FE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0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C361A7-D730-6EC7-6F5D-E08252ABD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151" y="952499"/>
            <a:ext cx="4255896" cy="212320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/>
              <a:t>Three Models, Same Data</a:t>
            </a:r>
          </a:p>
        </p:txBody>
      </p:sp>
      <p:sp>
        <p:nvSpPr>
          <p:cNvPr id="19" name="Freeform: Shape 21">
            <a:extLst>
              <a:ext uri="{FF2B5EF4-FFF2-40B4-BE49-F238E27FC236}">
                <a16:creationId xmlns:a16="http://schemas.microsoft.com/office/drawing/2014/main" id="{47740B57-160A-9244-9F50-B29BF5F2A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5427" y="2760505"/>
            <a:ext cx="3994146" cy="4101495"/>
          </a:xfrm>
          <a:custGeom>
            <a:avLst/>
            <a:gdLst>
              <a:gd name="connsiteX0" fmla="*/ 1324902 w 2644724"/>
              <a:gd name="connsiteY0" fmla="*/ 0 h 2397243"/>
              <a:gd name="connsiteX1" fmla="*/ 1324529 w 2644724"/>
              <a:gd name="connsiteY1" fmla="*/ 2617 h 2397243"/>
              <a:gd name="connsiteX2" fmla="*/ 1440541 w 2644724"/>
              <a:gd name="connsiteY2" fmla="*/ 67117 h 2397243"/>
              <a:gd name="connsiteX3" fmla="*/ 2299319 w 2644724"/>
              <a:gd name="connsiteY3" fmla="*/ 337644 h 2397243"/>
              <a:gd name="connsiteX4" fmla="*/ 2644724 w 2644724"/>
              <a:gd name="connsiteY4" fmla="*/ 804953 h 2397243"/>
              <a:gd name="connsiteX5" fmla="*/ 2644724 w 2644724"/>
              <a:gd name="connsiteY5" fmla="*/ 2397217 h 2397243"/>
              <a:gd name="connsiteX6" fmla="*/ 2644719 w 2644724"/>
              <a:gd name="connsiteY6" fmla="*/ 2397243 h 2397243"/>
              <a:gd name="connsiteX7" fmla="*/ 6 w 2644724"/>
              <a:gd name="connsiteY7" fmla="*/ 2397243 h 2397243"/>
              <a:gd name="connsiteX8" fmla="*/ 0 w 2644724"/>
              <a:gd name="connsiteY8" fmla="*/ 2397217 h 2397243"/>
              <a:gd name="connsiteX9" fmla="*/ 0 w 2644724"/>
              <a:gd name="connsiteY9" fmla="*/ 804953 h 2397243"/>
              <a:gd name="connsiteX10" fmla="*/ 345405 w 2644724"/>
              <a:gd name="connsiteY10" fmla="*/ 337644 h 2397243"/>
              <a:gd name="connsiteX11" fmla="*/ 1204184 w 2644724"/>
              <a:gd name="connsiteY11" fmla="*/ 67117 h 2397243"/>
              <a:gd name="connsiteX12" fmla="*/ 1320196 w 2644724"/>
              <a:gd name="connsiteY12" fmla="*/ 2617 h 2397243"/>
              <a:gd name="connsiteX13" fmla="*/ 1322362 w 2644724"/>
              <a:gd name="connsiteY13" fmla="*/ 1412 h 2397243"/>
              <a:gd name="connsiteX0" fmla="*/ 1324902 w 2644724"/>
              <a:gd name="connsiteY0" fmla="*/ 0 h 2472784"/>
              <a:gd name="connsiteX1" fmla="*/ 1324529 w 2644724"/>
              <a:gd name="connsiteY1" fmla="*/ 78158 h 2472784"/>
              <a:gd name="connsiteX2" fmla="*/ 1440541 w 2644724"/>
              <a:gd name="connsiteY2" fmla="*/ 142658 h 2472784"/>
              <a:gd name="connsiteX3" fmla="*/ 2299319 w 2644724"/>
              <a:gd name="connsiteY3" fmla="*/ 413185 h 2472784"/>
              <a:gd name="connsiteX4" fmla="*/ 2644724 w 2644724"/>
              <a:gd name="connsiteY4" fmla="*/ 880494 h 2472784"/>
              <a:gd name="connsiteX5" fmla="*/ 2644724 w 2644724"/>
              <a:gd name="connsiteY5" fmla="*/ 2472758 h 2472784"/>
              <a:gd name="connsiteX6" fmla="*/ 2644719 w 2644724"/>
              <a:gd name="connsiteY6" fmla="*/ 2472784 h 2472784"/>
              <a:gd name="connsiteX7" fmla="*/ 6 w 2644724"/>
              <a:gd name="connsiteY7" fmla="*/ 2472784 h 2472784"/>
              <a:gd name="connsiteX8" fmla="*/ 0 w 2644724"/>
              <a:gd name="connsiteY8" fmla="*/ 2472758 h 2472784"/>
              <a:gd name="connsiteX9" fmla="*/ 0 w 2644724"/>
              <a:gd name="connsiteY9" fmla="*/ 880494 h 2472784"/>
              <a:gd name="connsiteX10" fmla="*/ 345405 w 2644724"/>
              <a:gd name="connsiteY10" fmla="*/ 413185 h 2472784"/>
              <a:gd name="connsiteX11" fmla="*/ 1204184 w 2644724"/>
              <a:gd name="connsiteY11" fmla="*/ 142658 h 2472784"/>
              <a:gd name="connsiteX12" fmla="*/ 1320196 w 2644724"/>
              <a:gd name="connsiteY12" fmla="*/ 78158 h 2472784"/>
              <a:gd name="connsiteX13" fmla="*/ 1322362 w 2644724"/>
              <a:gd name="connsiteY13" fmla="*/ 76953 h 2472784"/>
              <a:gd name="connsiteX14" fmla="*/ 1324902 w 2644724"/>
              <a:gd name="connsiteY14" fmla="*/ 0 h 2472784"/>
              <a:gd name="connsiteX0" fmla="*/ 1322362 w 2644724"/>
              <a:gd name="connsiteY0" fmla="*/ 3996 h 2399827"/>
              <a:gd name="connsiteX1" fmla="*/ 1324529 w 2644724"/>
              <a:gd name="connsiteY1" fmla="*/ 5201 h 2399827"/>
              <a:gd name="connsiteX2" fmla="*/ 1440541 w 2644724"/>
              <a:gd name="connsiteY2" fmla="*/ 69701 h 2399827"/>
              <a:gd name="connsiteX3" fmla="*/ 2299319 w 2644724"/>
              <a:gd name="connsiteY3" fmla="*/ 340228 h 2399827"/>
              <a:gd name="connsiteX4" fmla="*/ 2644724 w 2644724"/>
              <a:gd name="connsiteY4" fmla="*/ 807537 h 2399827"/>
              <a:gd name="connsiteX5" fmla="*/ 2644724 w 2644724"/>
              <a:gd name="connsiteY5" fmla="*/ 2399801 h 2399827"/>
              <a:gd name="connsiteX6" fmla="*/ 2644719 w 2644724"/>
              <a:gd name="connsiteY6" fmla="*/ 2399827 h 2399827"/>
              <a:gd name="connsiteX7" fmla="*/ 6 w 2644724"/>
              <a:gd name="connsiteY7" fmla="*/ 2399827 h 2399827"/>
              <a:gd name="connsiteX8" fmla="*/ 0 w 2644724"/>
              <a:gd name="connsiteY8" fmla="*/ 2399801 h 2399827"/>
              <a:gd name="connsiteX9" fmla="*/ 0 w 2644724"/>
              <a:gd name="connsiteY9" fmla="*/ 807537 h 2399827"/>
              <a:gd name="connsiteX10" fmla="*/ 345405 w 2644724"/>
              <a:gd name="connsiteY10" fmla="*/ 340228 h 2399827"/>
              <a:gd name="connsiteX11" fmla="*/ 1204184 w 2644724"/>
              <a:gd name="connsiteY11" fmla="*/ 69701 h 2399827"/>
              <a:gd name="connsiteX12" fmla="*/ 1320196 w 2644724"/>
              <a:gd name="connsiteY12" fmla="*/ 5201 h 2399827"/>
              <a:gd name="connsiteX13" fmla="*/ 1322362 w 2644724"/>
              <a:gd name="connsiteY13" fmla="*/ 3996 h 2399827"/>
              <a:gd name="connsiteX0" fmla="*/ 1322362 w 2644724"/>
              <a:gd name="connsiteY0" fmla="*/ 0 h 2461519"/>
              <a:gd name="connsiteX1" fmla="*/ 1324529 w 2644724"/>
              <a:gd name="connsiteY1" fmla="*/ 66893 h 2461519"/>
              <a:gd name="connsiteX2" fmla="*/ 1440541 w 2644724"/>
              <a:gd name="connsiteY2" fmla="*/ 131393 h 2461519"/>
              <a:gd name="connsiteX3" fmla="*/ 2299319 w 2644724"/>
              <a:gd name="connsiteY3" fmla="*/ 401920 h 2461519"/>
              <a:gd name="connsiteX4" fmla="*/ 2644724 w 2644724"/>
              <a:gd name="connsiteY4" fmla="*/ 869229 h 2461519"/>
              <a:gd name="connsiteX5" fmla="*/ 2644724 w 2644724"/>
              <a:gd name="connsiteY5" fmla="*/ 2461493 h 2461519"/>
              <a:gd name="connsiteX6" fmla="*/ 2644719 w 2644724"/>
              <a:gd name="connsiteY6" fmla="*/ 2461519 h 2461519"/>
              <a:gd name="connsiteX7" fmla="*/ 6 w 2644724"/>
              <a:gd name="connsiteY7" fmla="*/ 2461519 h 2461519"/>
              <a:gd name="connsiteX8" fmla="*/ 0 w 2644724"/>
              <a:gd name="connsiteY8" fmla="*/ 2461493 h 2461519"/>
              <a:gd name="connsiteX9" fmla="*/ 0 w 2644724"/>
              <a:gd name="connsiteY9" fmla="*/ 869229 h 2461519"/>
              <a:gd name="connsiteX10" fmla="*/ 345405 w 2644724"/>
              <a:gd name="connsiteY10" fmla="*/ 401920 h 2461519"/>
              <a:gd name="connsiteX11" fmla="*/ 1204184 w 2644724"/>
              <a:gd name="connsiteY11" fmla="*/ 131393 h 2461519"/>
              <a:gd name="connsiteX12" fmla="*/ 1320196 w 2644724"/>
              <a:gd name="connsiteY12" fmla="*/ 66893 h 2461519"/>
              <a:gd name="connsiteX13" fmla="*/ 1322362 w 2644724"/>
              <a:gd name="connsiteY13" fmla="*/ 0 h 2461519"/>
              <a:gd name="connsiteX0" fmla="*/ 1320196 w 2644724"/>
              <a:gd name="connsiteY0" fmla="*/ 0 h 2394626"/>
              <a:gd name="connsiteX1" fmla="*/ 1324529 w 2644724"/>
              <a:gd name="connsiteY1" fmla="*/ 0 h 2394626"/>
              <a:gd name="connsiteX2" fmla="*/ 1440541 w 2644724"/>
              <a:gd name="connsiteY2" fmla="*/ 64500 h 2394626"/>
              <a:gd name="connsiteX3" fmla="*/ 2299319 w 2644724"/>
              <a:gd name="connsiteY3" fmla="*/ 335027 h 2394626"/>
              <a:gd name="connsiteX4" fmla="*/ 2644724 w 2644724"/>
              <a:gd name="connsiteY4" fmla="*/ 802336 h 2394626"/>
              <a:gd name="connsiteX5" fmla="*/ 2644724 w 2644724"/>
              <a:gd name="connsiteY5" fmla="*/ 2394600 h 2394626"/>
              <a:gd name="connsiteX6" fmla="*/ 2644719 w 2644724"/>
              <a:gd name="connsiteY6" fmla="*/ 2394626 h 2394626"/>
              <a:gd name="connsiteX7" fmla="*/ 6 w 2644724"/>
              <a:gd name="connsiteY7" fmla="*/ 2394626 h 2394626"/>
              <a:gd name="connsiteX8" fmla="*/ 0 w 2644724"/>
              <a:gd name="connsiteY8" fmla="*/ 2394600 h 2394626"/>
              <a:gd name="connsiteX9" fmla="*/ 0 w 2644724"/>
              <a:gd name="connsiteY9" fmla="*/ 802336 h 2394626"/>
              <a:gd name="connsiteX10" fmla="*/ 345405 w 2644724"/>
              <a:gd name="connsiteY10" fmla="*/ 335027 h 2394626"/>
              <a:gd name="connsiteX11" fmla="*/ 1204184 w 2644724"/>
              <a:gd name="connsiteY11" fmla="*/ 64500 h 2394626"/>
              <a:gd name="connsiteX12" fmla="*/ 1320196 w 2644724"/>
              <a:gd name="connsiteY12" fmla="*/ 0 h 2394626"/>
              <a:gd name="connsiteX0" fmla="*/ 1204184 w 2644724"/>
              <a:gd name="connsiteY0" fmla="*/ 64500 h 2394626"/>
              <a:gd name="connsiteX1" fmla="*/ 1324529 w 2644724"/>
              <a:gd name="connsiteY1" fmla="*/ 0 h 2394626"/>
              <a:gd name="connsiteX2" fmla="*/ 1440541 w 2644724"/>
              <a:gd name="connsiteY2" fmla="*/ 64500 h 2394626"/>
              <a:gd name="connsiteX3" fmla="*/ 2299319 w 2644724"/>
              <a:gd name="connsiteY3" fmla="*/ 335027 h 2394626"/>
              <a:gd name="connsiteX4" fmla="*/ 2644724 w 2644724"/>
              <a:gd name="connsiteY4" fmla="*/ 802336 h 2394626"/>
              <a:gd name="connsiteX5" fmla="*/ 2644724 w 2644724"/>
              <a:gd name="connsiteY5" fmla="*/ 2394600 h 2394626"/>
              <a:gd name="connsiteX6" fmla="*/ 2644719 w 2644724"/>
              <a:gd name="connsiteY6" fmla="*/ 2394626 h 2394626"/>
              <a:gd name="connsiteX7" fmla="*/ 6 w 2644724"/>
              <a:gd name="connsiteY7" fmla="*/ 2394626 h 2394626"/>
              <a:gd name="connsiteX8" fmla="*/ 0 w 2644724"/>
              <a:gd name="connsiteY8" fmla="*/ 2394600 h 2394626"/>
              <a:gd name="connsiteX9" fmla="*/ 0 w 2644724"/>
              <a:gd name="connsiteY9" fmla="*/ 802336 h 2394626"/>
              <a:gd name="connsiteX10" fmla="*/ 345405 w 2644724"/>
              <a:gd name="connsiteY10" fmla="*/ 335027 h 2394626"/>
              <a:gd name="connsiteX11" fmla="*/ 1204184 w 2644724"/>
              <a:gd name="connsiteY11" fmla="*/ 64500 h 2394626"/>
              <a:gd name="connsiteX0" fmla="*/ 1204184 w 2644724"/>
              <a:gd name="connsiteY0" fmla="*/ 84206 h 2414332"/>
              <a:gd name="connsiteX1" fmla="*/ 1324529 w 2644724"/>
              <a:gd name="connsiteY1" fmla="*/ 0 h 2414332"/>
              <a:gd name="connsiteX2" fmla="*/ 1440541 w 2644724"/>
              <a:gd name="connsiteY2" fmla="*/ 84206 h 2414332"/>
              <a:gd name="connsiteX3" fmla="*/ 2299319 w 2644724"/>
              <a:gd name="connsiteY3" fmla="*/ 354733 h 2414332"/>
              <a:gd name="connsiteX4" fmla="*/ 2644724 w 2644724"/>
              <a:gd name="connsiteY4" fmla="*/ 822042 h 2414332"/>
              <a:gd name="connsiteX5" fmla="*/ 2644724 w 2644724"/>
              <a:gd name="connsiteY5" fmla="*/ 2414306 h 2414332"/>
              <a:gd name="connsiteX6" fmla="*/ 2644719 w 2644724"/>
              <a:gd name="connsiteY6" fmla="*/ 2414332 h 2414332"/>
              <a:gd name="connsiteX7" fmla="*/ 6 w 2644724"/>
              <a:gd name="connsiteY7" fmla="*/ 2414332 h 2414332"/>
              <a:gd name="connsiteX8" fmla="*/ 0 w 2644724"/>
              <a:gd name="connsiteY8" fmla="*/ 2414306 h 2414332"/>
              <a:gd name="connsiteX9" fmla="*/ 0 w 2644724"/>
              <a:gd name="connsiteY9" fmla="*/ 822042 h 2414332"/>
              <a:gd name="connsiteX10" fmla="*/ 345405 w 2644724"/>
              <a:gd name="connsiteY10" fmla="*/ 354733 h 2414332"/>
              <a:gd name="connsiteX11" fmla="*/ 1204184 w 2644724"/>
              <a:gd name="connsiteY11" fmla="*/ 84206 h 2414332"/>
              <a:gd name="connsiteX0" fmla="*/ 1204184 w 2644724"/>
              <a:gd name="connsiteY0" fmla="*/ 84206 h 2414332"/>
              <a:gd name="connsiteX1" fmla="*/ 1324529 w 2644724"/>
              <a:gd name="connsiteY1" fmla="*/ 0 h 2414332"/>
              <a:gd name="connsiteX2" fmla="*/ 1455933 w 2644724"/>
              <a:gd name="connsiteY2" fmla="*/ 80922 h 2414332"/>
              <a:gd name="connsiteX3" fmla="*/ 2299319 w 2644724"/>
              <a:gd name="connsiteY3" fmla="*/ 354733 h 2414332"/>
              <a:gd name="connsiteX4" fmla="*/ 2644724 w 2644724"/>
              <a:gd name="connsiteY4" fmla="*/ 822042 h 2414332"/>
              <a:gd name="connsiteX5" fmla="*/ 2644724 w 2644724"/>
              <a:gd name="connsiteY5" fmla="*/ 2414306 h 2414332"/>
              <a:gd name="connsiteX6" fmla="*/ 2644719 w 2644724"/>
              <a:gd name="connsiteY6" fmla="*/ 2414332 h 2414332"/>
              <a:gd name="connsiteX7" fmla="*/ 6 w 2644724"/>
              <a:gd name="connsiteY7" fmla="*/ 2414332 h 2414332"/>
              <a:gd name="connsiteX8" fmla="*/ 0 w 2644724"/>
              <a:gd name="connsiteY8" fmla="*/ 2414306 h 2414332"/>
              <a:gd name="connsiteX9" fmla="*/ 0 w 2644724"/>
              <a:gd name="connsiteY9" fmla="*/ 822042 h 2414332"/>
              <a:gd name="connsiteX10" fmla="*/ 345405 w 2644724"/>
              <a:gd name="connsiteY10" fmla="*/ 354733 h 2414332"/>
              <a:gd name="connsiteX11" fmla="*/ 1204184 w 2644724"/>
              <a:gd name="connsiteY11" fmla="*/ 84206 h 2414332"/>
              <a:gd name="connsiteX0" fmla="*/ 1188792 w 2644724"/>
              <a:gd name="connsiteY0" fmla="*/ 84206 h 2414332"/>
              <a:gd name="connsiteX1" fmla="*/ 1324529 w 2644724"/>
              <a:gd name="connsiteY1" fmla="*/ 0 h 2414332"/>
              <a:gd name="connsiteX2" fmla="*/ 1455933 w 2644724"/>
              <a:gd name="connsiteY2" fmla="*/ 80922 h 2414332"/>
              <a:gd name="connsiteX3" fmla="*/ 2299319 w 2644724"/>
              <a:gd name="connsiteY3" fmla="*/ 354733 h 2414332"/>
              <a:gd name="connsiteX4" fmla="*/ 2644724 w 2644724"/>
              <a:gd name="connsiteY4" fmla="*/ 822042 h 2414332"/>
              <a:gd name="connsiteX5" fmla="*/ 2644724 w 2644724"/>
              <a:gd name="connsiteY5" fmla="*/ 2414306 h 2414332"/>
              <a:gd name="connsiteX6" fmla="*/ 2644719 w 2644724"/>
              <a:gd name="connsiteY6" fmla="*/ 2414332 h 2414332"/>
              <a:gd name="connsiteX7" fmla="*/ 6 w 2644724"/>
              <a:gd name="connsiteY7" fmla="*/ 2414332 h 2414332"/>
              <a:gd name="connsiteX8" fmla="*/ 0 w 2644724"/>
              <a:gd name="connsiteY8" fmla="*/ 2414306 h 2414332"/>
              <a:gd name="connsiteX9" fmla="*/ 0 w 2644724"/>
              <a:gd name="connsiteY9" fmla="*/ 822042 h 2414332"/>
              <a:gd name="connsiteX10" fmla="*/ 345405 w 2644724"/>
              <a:gd name="connsiteY10" fmla="*/ 354733 h 2414332"/>
              <a:gd name="connsiteX11" fmla="*/ 1188792 w 2644724"/>
              <a:gd name="connsiteY11" fmla="*/ 84206 h 2414332"/>
              <a:gd name="connsiteX0" fmla="*/ 1181815 w 2644724"/>
              <a:gd name="connsiteY0" fmla="*/ 88701 h 2414332"/>
              <a:gd name="connsiteX1" fmla="*/ 1324529 w 2644724"/>
              <a:gd name="connsiteY1" fmla="*/ 0 h 2414332"/>
              <a:gd name="connsiteX2" fmla="*/ 1455933 w 2644724"/>
              <a:gd name="connsiteY2" fmla="*/ 80922 h 2414332"/>
              <a:gd name="connsiteX3" fmla="*/ 2299319 w 2644724"/>
              <a:gd name="connsiteY3" fmla="*/ 354733 h 2414332"/>
              <a:gd name="connsiteX4" fmla="*/ 2644724 w 2644724"/>
              <a:gd name="connsiteY4" fmla="*/ 822042 h 2414332"/>
              <a:gd name="connsiteX5" fmla="*/ 2644724 w 2644724"/>
              <a:gd name="connsiteY5" fmla="*/ 2414306 h 2414332"/>
              <a:gd name="connsiteX6" fmla="*/ 2644719 w 2644724"/>
              <a:gd name="connsiteY6" fmla="*/ 2414332 h 2414332"/>
              <a:gd name="connsiteX7" fmla="*/ 6 w 2644724"/>
              <a:gd name="connsiteY7" fmla="*/ 2414332 h 2414332"/>
              <a:gd name="connsiteX8" fmla="*/ 0 w 2644724"/>
              <a:gd name="connsiteY8" fmla="*/ 2414306 h 2414332"/>
              <a:gd name="connsiteX9" fmla="*/ 0 w 2644724"/>
              <a:gd name="connsiteY9" fmla="*/ 822042 h 2414332"/>
              <a:gd name="connsiteX10" fmla="*/ 345405 w 2644724"/>
              <a:gd name="connsiteY10" fmla="*/ 354733 h 2414332"/>
              <a:gd name="connsiteX11" fmla="*/ 1181815 w 2644724"/>
              <a:gd name="connsiteY11" fmla="*/ 88701 h 2414332"/>
              <a:gd name="connsiteX0" fmla="*/ 0 w 2644724"/>
              <a:gd name="connsiteY0" fmla="*/ 2414306 h 2453562"/>
              <a:gd name="connsiteX1" fmla="*/ 0 w 2644724"/>
              <a:gd name="connsiteY1" fmla="*/ 822042 h 2453562"/>
              <a:gd name="connsiteX2" fmla="*/ 345405 w 2644724"/>
              <a:gd name="connsiteY2" fmla="*/ 354733 h 2453562"/>
              <a:gd name="connsiteX3" fmla="*/ 1181815 w 2644724"/>
              <a:gd name="connsiteY3" fmla="*/ 88701 h 2453562"/>
              <a:gd name="connsiteX4" fmla="*/ 1324529 w 2644724"/>
              <a:gd name="connsiteY4" fmla="*/ 0 h 2453562"/>
              <a:gd name="connsiteX5" fmla="*/ 1455933 w 2644724"/>
              <a:gd name="connsiteY5" fmla="*/ 80922 h 2453562"/>
              <a:gd name="connsiteX6" fmla="*/ 2299319 w 2644724"/>
              <a:gd name="connsiteY6" fmla="*/ 354733 h 2453562"/>
              <a:gd name="connsiteX7" fmla="*/ 2644724 w 2644724"/>
              <a:gd name="connsiteY7" fmla="*/ 822042 h 2453562"/>
              <a:gd name="connsiteX8" fmla="*/ 2644724 w 2644724"/>
              <a:gd name="connsiteY8" fmla="*/ 2414306 h 2453562"/>
              <a:gd name="connsiteX9" fmla="*/ 2644719 w 2644724"/>
              <a:gd name="connsiteY9" fmla="*/ 2414332 h 2453562"/>
              <a:gd name="connsiteX10" fmla="*/ 6 w 2644724"/>
              <a:gd name="connsiteY10" fmla="*/ 2414332 h 2453562"/>
              <a:gd name="connsiteX11" fmla="*/ 60547 w 2644724"/>
              <a:gd name="connsiteY11" fmla="*/ 2453562 h 2453562"/>
              <a:gd name="connsiteX0" fmla="*/ 0 w 2644724"/>
              <a:gd name="connsiteY0" fmla="*/ 2414306 h 2414332"/>
              <a:gd name="connsiteX1" fmla="*/ 0 w 2644724"/>
              <a:gd name="connsiteY1" fmla="*/ 822042 h 2414332"/>
              <a:gd name="connsiteX2" fmla="*/ 345405 w 2644724"/>
              <a:gd name="connsiteY2" fmla="*/ 354733 h 2414332"/>
              <a:gd name="connsiteX3" fmla="*/ 1181815 w 2644724"/>
              <a:gd name="connsiteY3" fmla="*/ 88701 h 2414332"/>
              <a:gd name="connsiteX4" fmla="*/ 1324529 w 2644724"/>
              <a:gd name="connsiteY4" fmla="*/ 0 h 2414332"/>
              <a:gd name="connsiteX5" fmla="*/ 1455933 w 2644724"/>
              <a:gd name="connsiteY5" fmla="*/ 80922 h 2414332"/>
              <a:gd name="connsiteX6" fmla="*/ 2299319 w 2644724"/>
              <a:gd name="connsiteY6" fmla="*/ 354733 h 2414332"/>
              <a:gd name="connsiteX7" fmla="*/ 2644724 w 2644724"/>
              <a:gd name="connsiteY7" fmla="*/ 822042 h 2414332"/>
              <a:gd name="connsiteX8" fmla="*/ 2644724 w 2644724"/>
              <a:gd name="connsiteY8" fmla="*/ 2414306 h 2414332"/>
              <a:gd name="connsiteX9" fmla="*/ 2644719 w 2644724"/>
              <a:gd name="connsiteY9" fmla="*/ 2414332 h 2414332"/>
              <a:gd name="connsiteX10" fmla="*/ 6 w 2644724"/>
              <a:gd name="connsiteY10" fmla="*/ 2414332 h 2414332"/>
              <a:gd name="connsiteX0" fmla="*/ 0 w 2644724"/>
              <a:gd name="connsiteY0" fmla="*/ 2414306 h 2414332"/>
              <a:gd name="connsiteX1" fmla="*/ 0 w 2644724"/>
              <a:gd name="connsiteY1" fmla="*/ 822042 h 2414332"/>
              <a:gd name="connsiteX2" fmla="*/ 345405 w 2644724"/>
              <a:gd name="connsiteY2" fmla="*/ 354733 h 2414332"/>
              <a:gd name="connsiteX3" fmla="*/ 1181815 w 2644724"/>
              <a:gd name="connsiteY3" fmla="*/ 88701 h 2414332"/>
              <a:gd name="connsiteX4" fmla="*/ 1324529 w 2644724"/>
              <a:gd name="connsiteY4" fmla="*/ 0 h 2414332"/>
              <a:gd name="connsiteX5" fmla="*/ 1455933 w 2644724"/>
              <a:gd name="connsiteY5" fmla="*/ 80922 h 2414332"/>
              <a:gd name="connsiteX6" fmla="*/ 2299319 w 2644724"/>
              <a:gd name="connsiteY6" fmla="*/ 354733 h 2414332"/>
              <a:gd name="connsiteX7" fmla="*/ 2644724 w 2644724"/>
              <a:gd name="connsiteY7" fmla="*/ 822042 h 2414332"/>
              <a:gd name="connsiteX8" fmla="*/ 2644724 w 2644724"/>
              <a:gd name="connsiteY8" fmla="*/ 2414306 h 2414332"/>
              <a:gd name="connsiteX9" fmla="*/ 2644719 w 2644724"/>
              <a:gd name="connsiteY9" fmla="*/ 2414332 h 2414332"/>
              <a:gd name="connsiteX0" fmla="*/ 0 w 2815122"/>
              <a:gd name="connsiteY0" fmla="*/ 2414306 h 2414306"/>
              <a:gd name="connsiteX1" fmla="*/ 0 w 2815122"/>
              <a:gd name="connsiteY1" fmla="*/ 822042 h 2414306"/>
              <a:gd name="connsiteX2" fmla="*/ 345405 w 2815122"/>
              <a:gd name="connsiteY2" fmla="*/ 354733 h 2414306"/>
              <a:gd name="connsiteX3" fmla="*/ 1181815 w 2815122"/>
              <a:gd name="connsiteY3" fmla="*/ 88701 h 2414306"/>
              <a:gd name="connsiteX4" fmla="*/ 1324529 w 2815122"/>
              <a:gd name="connsiteY4" fmla="*/ 0 h 2414306"/>
              <a:gd name="connsiteX5" fmla="*/ 1455933 w 2815122"/>
              <a:gd name="connsiteY5" fmla="*/ 80922 h 2414306"/>
              <a:gd name="connsiteX6" fmla="*/ 2299319 w 2815122"/>
              <a:gd name="connsiteY6" fmla="*/ 354733 h 2414306"/>
              <a:gd name="connsiteX7" fmla="*/ 2644724 w 2815122"/>
              <a:gd name="connsiteY7" fmla="*/ 822042 h 2414306"/>
              <a:gd name="connsiteX8" fmla="*/ 2644724 w 2815122"/>
              <a:gd name="connsiteY8" fmla="*/ 2414306 h 2414306"/>
              <a:gd name="connsiteX9" fmla="*/ 2815122 w 2815122"/>
              <a:gd name="connsiteY9" fmla="*/ 1892482 h 2414306"/>
              <a:gd name="connsiteX0" fmla="*/ 0 w 2644724"/>
              <a:gd name="connsiteY0" fmla="*/ 2414306 h 2414306"/>
              <a:gd name="connsiteX1" fmla="*/ 0 w 2644724"/>
              <a:gd name="connsiteY1" fmla="*/ 822042 h 2414306"/>
              <a:gd name="connsiteX2" fmla="*/ 345405 w 2644724"/>
              <a:gd name="connsiteY2" fmla="*/ 354733 h 2414306"/>
              <a:gd name="connsiteX3" fmla="*/ 1181815 w 2644724"/>
              <a:gd name="connsiteY3" fmla="*/ 88701 h 2414306"/>
              <a:gd name="connsiteX4" fmla="*/ 1324529 w 2644724"/>
              <a:gd name="connsiteY4" fmla="*/ 0 h 2414306"/>
              <a:gd name="connsiteX5" fmla="*/ 1455933 w 2644724"/>
              <a:gd name="connsiteY5" fmla="*/ 80922 h 2414306"/>
              <a:gd name="connsiteX6" fmla="*/ 2299319 w 2644724"/>
              <a:gd name="connsiteY6" fmla="*/ 354733 h 2414306"/>
              <a:gd name="connsiteX7" fmla="*/ 2644724 w 2644724"/>
              <a:gd name="connsiteY7" fmla="*/ 822042 h 2414306"/>
              <a:gd name="connsiteX8" fmla="*/ 2644724 w 2644724"/>
              <a:gd name="connsiteY8" fmla="*/ 2414306 h 2414306"/>
              <a:gd name="connsiteX0" fmla="*/ 0 w 2644724"/>
              <a:gd name="connsiteY0" fmla="*/ 2414306 h 2414306"/>
              <a:gd name="connsiteX1" fmla="*/ 0 w 2644724"/>
              <a:gd name="connsiteY1" fmla="*/ 822042 h 2414306"/>
              <a:gd name="connsiteX2" fmla="*/ 345405 w 2644724"/>
              <a:gd name="connsiteY2" fmla="*/ 354733 h 2414306"/>
              <a:gd name="connsiteX3" fmla="*/ 1181815 w 2644724"/>
              <a:gd name="connsiteY3" fmla="*/ 88701 h 2414306"/>
              <a:gd name="connsiteX4" fmla="*/ 1324529 w 2644724"/>
              <a:gd name="connsiteY4" fmla="*/ 0 h 2414306"/>
              <a:gd name="connsiteX5" fmla="*/ 1455933 w 2644724"/>
              <a:gd name="connsiteY5" fmla="*/ 80922 h 2414306"/>
              <a:gd name="connsiteX6" fmla="*/ 2299319 w 2644724"/>
              <a:gd name="connsiteY6" fmla="*/ 354733 h 2414306"/>
              <a:gd name="connsiteX7" fmla="*/ 2644724 w 2644724"/>
              <a:gd name="connsiteY7" fmla="*/ 822042 h 2414306"/>
              <a:gd name="connsiteX8" fmla="*/ 2644724 w 2644724"/>
              <a:gd name="connsiteY8" fmla="*/ 1760819 h 2414306"/>
              <a:gd name="connsiteX0" fmla="*/ 0 w 2644724"/>
              <a:gd name="connsiteY0" fmla="*/ 1756117 h 1760819"/>
              <a:gd name="connsiteX1" fmla="*/ 0 w 2644724"/>
              <a:gd name="connsiteY1" fmla="*/ 822042 h 1760819"/>
              <a:gd name="connsiteX2" fmla="*/ 345405 w 2644724"/>
              <a:gd name="connsiteY2" fmla="*/ 354733 h 1760819"/>
              <a:gd name="connsiteX3" fmla="*/ 1181815 w 2644724"/>
              <a:gd name="connsiteY3" fmla="*/ 88701 h 1760819"/>
              <a:gd name="connsiteX4" fmla="*/ 1324529 w 2644724"/>
              <a:gd name="connsiteY4" fmla="*/ 0 h 1760819"/>
              <a:gd name="connsiteX5" fmla="*/ 1455933 w 2644724"/>
              <a:gd name="connsiteY5" fmla="*/ 80922 h 1760819"/>
              <a:gd name="connsiteX6" fmla="*/ 2299319 w 2644724"/>
              <a:gd name="connsiteY6" fmla="*/ 354733 h 1760819"/>
              <a:gd name="connsiteX7" fmla="*/ 2644724 w 2644724"/>
              <a:gd name="connsiteY7" fmla="*/ 822042 h 1760819"/>
              <a:gd name="connsiteX8" fmla="*/ 2644724 w 2644724"/>
              <a:gd name="connsiteY8" fmla="*/ 1760819 h 1760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44724" h="1760819">
                <a:moveTo>
                  <a:pt x="0" y="1756117"/>
                </a:moveTo>
                <a:lnTo>
                  <a:pt x="0" y="822042"/>
                </a:lnTo>
                <a:cubicBezTo>
                  <a:pt x="0" y="580785"/>
                  <a:pt x="107938" y="460028"/>
                  <a:pt x="345405" y="354733"/>
                </a:cubicBezTo>
                <a:cubicBezTo>
                  <a:pt x="592364" y="264002"/>
                  <a:pt x="894152" y="229668"/>
                  <a:pt x="1181815" y="88701"/>
                </a:cubicBezTo>
                <a:lnTo>
                  <a:pt x="1324529" y="0"/>
                </a:lnTo>
                <a:lnTo>
                  <a:pt x="1455933" y="80922"/>
                </a:lnTo>
                <a:cubicBezTo>
                  <a:pt x="1743596" y="221889"/>
                  <a:pt x="2052361" y="264002"/>
                  <a:pt x="2299319" y="354733"/>
                </a:cubicBezTo>
                <a:cubicBezTo>
                  <a:pt x="2536786" y="460028"/>
                  <a:pt x="2644724" y="580785"/>
                  <a:pt x="2644724" y="822042"/>
                </a:cubicBezTo>
                <a:lnTo>
                  <a:pt x="2644724" y="1760819"/>
                </a:lnTo>
              </a:path>
            </a:pathLst>
          </a:custGeom>
          <a:noFill/>
          <a:ln w="25400" cap="rnd">
            <a:solidFill>
              <a:schemeClr val="bg2">
                <a:lumMod val="75000"/>
                <a:alpha val="6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929512B-ABA3-4F25-9920-DC7CC47FA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61055" y="2760505"/>
            <a:ext cx="3994146" cy="4101495"/>
          </a:xfrm>
          <a:custGeom>
            <a:avLst/>
            <a:gdLst>
              <a:gd name="connsiteX0" fmla="*/ 1324902 w 2644724"/>
              <a:gd name="connsiteY0" fmla="*/ 0 h 2397243"/>
              <a:gd name="connsiteX1" fmla="*/ 1324529 w 2644724"/>
              <a:gd name="connsiteY1" fmla="*/ 2617 h 2397243"/>
              <a:gd name="connsiteX2" fmla="*/ 1440541 w 2644724"/>
              <a:gd name="connsiteY2" fmla="*/ 67117 h 2397243"/>
              <a:gd name="connsiteX3" fmla="*/ 2299319 w 2644724"/>
              <a:gd name="connsiteY3" fmla="*/ 337644 h 2397243"/>
              <a:gd name="connsiteX4" fmla="*/ 2644724 w 2644724"/>
              <a:gd name="connsiteY4" fmla="*/ 804953 h 2397243"/>
              <a:gd name="connsiteX5" fmla="*/ 2644724 w 2644724"/>
              <a:gd name="connsiteY5" fmla="*/ 2397217 h 2397243"/>
              <a:gd name="connsiteX6" fmla="*/ 2644719 w 2644724"/>
              <a:gd name="connsiteY6" fmla="*/ 2397243 h 2397243"/>
              <a:gd name="connsiteX7" fmla="*/ 6 w 2644724"/>
              <a:gd name="connsiteY7" fmla="*/ 2397243 h 2397243"/>
              <a:gd name="connsiteX8" fmla="*/ 0 w 2644724"/>
              <a:gd name="connsiteY8" fmla="*/ 2397217 h 2397243"/>
              <a:gd name="connsiteX9" fmla="*/ 0 w 2644724"/>
              <a:gd name="connsiteY9" fmla="*/ 804953 h 2397243"/>
              <a:gd name="connsiteX10" fmla="*/ 345405 w 2644724"/>
              <a:gd name="connsiteY10" fmla="*/ 337644 h 2397243"/>
              <a:gd name="connsiteX11" fmla="*/ 1204184 w 2644724"/>
              <a:gd name="connsiteY11" fmla="*/ 67117 h 2397243"/>
              <a:gd name="connsiteX12" fmla="*/ 1320196 w 2644724"/>
              <a:gd name="connsiteY12" fmla="*/ 2617 h 2397243"/>
              <a:gd name="connsiteX13" fmla="*/ 1322362 w 2644724"/>
              <a:gd name="connsiteY13" fmla="*/ 1412 h 2397243"/>
              <a:gd name="connsiteX0" fmla="*/ 1324902 w 2644724"/>
              <a:gd name="connsiteY0" fmla="*/ 0 h 2472784"/>
              <a:gd name="connsiteX1" fmla="*/ 1324529 w 2644724"/>
              <a:gd name="connsiteY1" fmla="*/ 78158 h 2472784"/>
              <a:gd name="connsiteX2" fmla="*/ 1440541 w 2644724"/>
              <a:gd name="connsiteY2" fmla="*/ 142658 h 2472784"/>
              <a:gd name="connsiteX3" fmla="*/ 2299319 w 2644724"/>
              <a:gd name="connsiteY3" fmla="*/ 413185 h 2472784"/>
              <a:gd name="connsiteX4" fmla="*/ 2644724 w 2644724"/>
              <a:gd name="connsiteY4" fmla="*/ 880494 h 2472784"/>
              <a:gd name="connsiteX5" fmla="*/ 2644724 w 2644724"/>
              <a:gd name="connsiteY5" fmla="*/ 2472758 h 2472784"/>
              <a:gd name="connsiteX6" fmla="*/ 2644719 w 2644724"/>
              <a:gd name="connsiteY6" fmla="*/ 2472784 h 2472784"/>
              <a:gd name="connsiteX7" fmla="*/ 6 w 2644724"/>
              <a:gd name="connsiteY7" fmla="*/ 2472784 h 2472784"/>
              <a:gd name="connsiteX8" fmla="*/ 0 w 2644724"/>
              <a:gd name="connsiteY8" fmla="*/ 2472758 h 2472784"/>
              <a:gd name="connsiteX9" fmla="*/ 0 w 2644724"/>
              <a:gd name="connsiteY9" fmla="*/ 880494 h 2472784"/>
              <a:gd name="connsiteX10" fmla="*/ 345405 w 2644724"/>
              <a:gd name="connsiteY10" fmla="*/ 413185 h 2472784"/>
              <a:gd name="connsiteX11" fmla="*/ 1204184 w 2644724"/>
              <a:gd name="connsiteY11" fmla="*/ 142658 h 2472784"/>
              <a:gd name="connsiteX12" fmla="*/ 1320196 w 2644724"/>
              <a:gd name="connsiteY12" fmla="*/ 78158 h 2472784"/>
              <a:gd name="connsiteX13" fmla="*/ 1322362 w 2644724"/>
              <a:gd name="connsiteY13" fmla="*/ 76953 h 2472784"/>
              <a:gd name="connsiteX14" fmla="*/ 1324902 w 2644724"/>
              <a:gd name="connsiteY14" fmla="*/ 0 h 2472784"/>
              <a:gd name="connsiteX0" fmla="*/ 1322362 w 2644724"/>
              <a:gd name="connsiteY0" fmla="*/ 3996 h 2399827"/>
              <a:gd name="connsiteX1" fmla="*/ 1324529 w 2644724"/>
              <a:gd name="connsiteY1" fmla="*/ 5201 h 2399827"/>
              <a:gd name="connsiteX2" fmla="*/ 1440541 w 2644724"/>
              <a:gd name="connsiteY2" fmla="*/ 69701 h 2399827"/>
              <a:gd name="connsiteX3" fmla="*/ 2299319 w 2644724"/>
              <a:gd name="connsiteY3" fmla="*/ 340228 h 2399827"/>
              <a:gd name="connsiteX4" fmla="*/ 2644724 w 2644724"/>
              <a:gd name="connsiteY4" fmla="*/ 807537 h 2399827"/>
              <a:gd name="connsiteX5" fmla="*/ 2644724 w 2644724"/>
              <a:gd name="connsiteY5" fmla="*/ 2399801 h 2399827"/>
              <a:gd name="connsiteX6" fmla="*/ 2644719 w 2644724"/>
              <a:gd name="connsiteY6" fmla="*/ 2399827 h 2399827"/>
              <a:gd name="connsiteX7" fmla="*/ 6 w 2644724"/>
              <a:gd name="connsiteY7" fmla="*/ 2399827 h 2399827"/>
              <a:gd name="connsiteX8" fmla="*/ 0 w 2644724"/>
              <a:gd name="connsiteY8" fmla="*/ 2399801 h 2399827"/>
              <a:gd name="connsiteX9" fmla="*/ 0 w 2644724"/>
              <a:gd name="connsiteY9" fmla="*/ 807537 h 2399827"/>
              <a:gd name="connsiteX10" fmla="*/ 345405 w 2644724"/>
              <a:gd name="connsiteY10" fmla="*/ 340228 h 2399827"/>
              <a:gd name="connsiteX11" fmla="*/ 1204184 w 2644724"/>
              <a:gd name="connsiteY11" fmla="*/ 69701 h 2399827"/>
              <a:gd name="connsiteX12" fmla="*/ 1320196 w 2644724"/>
              <a:gd name="connsiteY12" fmla="*/ 5201 h 2399827"/>
              <a:gd name="connsiteX13" fmla="*/ 1322362 w 2644724"/>
              <a:gd name="connsiteY13" fmla="*/ 3996 h 2399827"/>
              <a:gd name="connsiteX0" fmla="*/ 1322362 w 2644724"/>
              <a:gd name="connsiteY0" fmla="*/ 0 h 2461519"/>
              <a:gd name="connsiteX1" fmla="*/ 1324529 w 2644724"/>
              <a:gd name="connsiteY1" fmla="*/ 66893 h 2461519"/>
              <a:gd name="connsiteX2" fmla="*/ 1440541 w 2644724"/>
              <a:gd name="connsiteY2" fmla="*/ 131393 h 2461519"/>
              <a:gd name="connsiteX3" fmla="*/ 2299319 w 2644724"/>
              <a:gd name="connsiteY3" fmla="*/ 401920 h 2461519"/>
              <a:gd name="connsiteX4" fmla="*/ 2644724 w 2644724"/>
              <a:gd name="connsiteY4" fmla="*/ 869229 h 2461519"/>
              <a:gd name="connsiteX5" fmla="*/ 2644724 w 2644724"/>
              <a:gd name="connsiteY5" fmla="*/ 2461493 h 2461519"/>
              <a:gd name="connsiteX6" fmla="*/ 2644719 w 2644724"/>
              <a:gd name="connsiteY6" fmla="*/ 2461519 h 2461519"/>
              <a:gd name="connsiteX7" fmla="*/ 6 w 2644724"/>
              <a:gd name="connsiteY7" fmla="*/ 2461519 h 2461519"/>
              <a:gd name="connsiteX8" fmla="*/ 0 w 2644724"/>
              <a:gd name="connsiteY8" fmla="*/ 2461493 h 2461519"/>
              <a:gd name="connsiteX9" fmla="*/ 0 w 2644724"/>
              <a:gd name="connsiteY9" fmla="*/ 869229 h 2461519"/>
              <a:gd name="connsiteX10" fmla="*/ 345405 w 2644724"/>
              <a:gd name="connsiteY10" fmla="*/ 401920 h 2461519"/>
              <a:gd name="connsiteX11" fmla="*/ 1204184 w 2644724"/>
              <a:gd name="connsiteY11" fmla="*/ 131393 h 2461519"/>
              <a:gd name="connsiteX12" fmla="*/ 1320196 w 2644724"/>
              <a:gd name="connsiteY12" fmla="*/ 66893 h 2461519"/>
              <a:gd name="connsiteX13" fmla="*/ 1322362 w 2644724"/>
              <a:gd name="connsiteY13" fmla="*/ 0 h 2461519"/>
              <a:gd name="connsiteX0" fmla="*/ 1320196 w 2644724"/>
              <a:gd name="connsiteY0" fmla="*/ 0 h 2394626"/>
              <a:gd name="connsiteX1" fmla="*/ 1324529 w 2644724"/>
              <a:gd name="connsiteY1" fmla="*/ 0 h 2394626"/>
              <a:gd name="connsiteX2" fmla="*/ 1440541 w 2644724"/>
              <a:gd name="connsiteY2" fmla="*/ 64500 h 2394626"/>
              <a:gd name="connsiteX3" fmla="*/ 2299319 w 2644724"/>
              <a:gd name="connsiteY3" fmla="*/ 335027 h 2394626"/>
              <a:gd name="connsiteX4" fmla="*/ 2644724 w 2644724"/>
              <a:gd name="connsiteY4" fmla="*/ 802336 h 2394626"/>
              <a:gd name="connsiteX5" fmla="*/ 2644724 w 2644724"/>
              <a:gd name="connsiteY5" fmla="*/ 2394600 h 2394626"/>
              <a:gd name="connsiteX6" fmla="*/ 2644719 w 2644724"/>
              <a:gd name="connsiteY6" fmla="*/ 2394626 h 2394626"/>
              <a:gd name="connsiteX7" fmla="*/ 6 w 2644724"/>
              <a:gd name="connsiteY7" fmla="*/ 2394626 h 2394626"/>
              <a:gd name="connsiteX8" fmla="*/ 0 w 2644724"/>
              <a:gd name="connsiteY8" fmla="*/ 2394600 h 2394626"/>
              <a:gd name="connsiteX9" fmla="*/ 0 w 2644724"/>
              <a:gd name="connsiteY9" fmla="*/ 802336 h 2394626"/>
              <a:gd name="connsiteX10" fmla="*/ 345405 w 2644724"/>
              <a:gd name="connsiteY10" fmla="*/ 335027 h 2394626"/>
              <a:gd name="connsiteX11" fmla="*/ 1204184 w 2644724"/>
              <a:gd name="connsiteY11" fmla="*/ 64500 h 2394626"/>
              <a:gd name="connsiteX12" fmla="*/ 1320196 w 2644724"/>
              <a:gd name="connsiteY12" fmla="*/ 0 h 2394626"/>
              <a:gd name="connsiteX0" fmla="*/ 1204184 w 2644724"/>
              <a:gd name="connsiteY0" fmla="*/ 64500 h 2394626"/>
              <a:gd name="connsiteX1" fmla="*/ 1324529 w 2644724"/>
              <a:gd name="connsiteY1" fmla="*/ 0 h 2394626"/>
              <a:gd name="connsiteX2" fmla="*/ 1440541 w 2644724"/>
              <a:gd name="connsiteY2" fmla="*/ 64500 h 2394626"/>
              <a:gd name="connsiteX3" fmla="*/ 2299319 w 2644724"/>
              <a:gd name="connsiteY3" fmla="*/ 335027 h 2394626"/>
              <a:gd name="connsiteX4" fmla="*/ 2644724 w 2644724"/>
              <a:gd name="connsiteY4" fmla="*/ 802336 h 2394626"/>
              <a:gd name="connsiteX5" fmla="*/ 2644724 w 2644724"/>
              <a:gd name="connsiteY5" fmla="*/ 2394600 h 2394626"/>
              <a:gd name="connsiteX6" fmla="*/ 2644719 w 2644724"/>
              <a:gd name="connsiteY6" fmla="*/ 2394626 h 2394626"/>
              <a:gd name="connsiteX7" fmla="*/ 6 w 2644724"/>
              <a:gd name="connsiteY7" fmla="*/ 2394626 h 2394626"/>
              <a:gd name="connsiteX8" fmla="*/ 0 w 2644724"/>
              <a:gd name="connsiteY8" fmla="*/ 2394600 h 2394626"/>
              <a:gd name="connsiteX9" fmla="*/ 0 w 2644724"/>
              <a:gd name="connsiteY9" fmla="*/ 802336 h 2394626"/>
              <a:gd name="connsiteX10" fmla="*/ 345405 w 2644724"/>
              <a:gd name="connsiteY10" fmla="*/ 335027 h 2394626"/>
              <a:gd name="connsiteX11" fmla="*/ 1204184 w 2644724"/>
              <a:gd name="connsiteY11" fmla="*/ 64500 h 2394626"/>
              <a:gd name="connsiteX0" fmla="*/ 1204184 w 2644724"/>
              <a:gd name="connsiteY0" fmla="*/ 84206 h 2414332"/>
              <a:gd name="connsiteX1" fmla="*/ 1324529 w 2644724"/>
              <a:gd name="connsiteY1" fmla="*/ 0 h 2414332"/>
              <a:gd name="connsiteX2" fmla="*/ 1440541 w 2644724"/>
              <a:gd name="connsiteY2" fmla="*/ 84206 h 2414332"/>
              <a:gd name="connsiteX3" fmla="*/ 2299319 w 2644724"/>
              <a:gd name="connsiteY3" fmla="*/ 354733 h 2414332"/>
              <a:gd name="connsiteX4" fmla="*/ 2644724 w 2644724"/>
              <a:gd name="connsiteY4" fmla="*/ 822042 h 2414332"/>
              <a:gd name="connsiteX5" fmla="*/ 2644724 w 2644724"/>
              <a:gd name="connsiteY5" fmla="*/ 2414306 h 2414332"/>
              <a:gd name="connsiteX6" fmla="*/ 2644719 w 2644724"/>
              <a:gd name="connsiteY6" fmla="*/ 2414332 h 2414332"/>
              <a:gd name="connsiteX7" fmla="*/ 6 w 2644724"/>
              <a:gd name="connsiteY7" fmla="*/ 2414332 h 2414332"/>
              <a:gd name="connsiteX8" fmla="*/ 0 w 2644724"/>
              <a:gd name="connsiteY8" fmla="*/ 2414306 h 2414332"/>
              <a:gd name="connsiteX9" fmla="*/ 0 w 2644724"/>
              <a:gd name="connsiteY9" fmla="*/ 822042 h 2414332"/>
              <a:gd name="connsiteX10" fmla="*/ 345405 w 2644724"/>
              <a:gd name="connsiteY10" fmla="*/ 354733 h 2414332"/>
              <a:gd name="connsiteX11" fmla="*/ 1204184 w 2644724"/>
              <a:gd name="connsiteY11" fmla="*/ 84206 h 2414332"/>
              <a:gd name="connsiteX0" fmla="*/ 1204184 w 2644724"/>
              <a:gd name="connsiteY0" fmla="*/ 84206 h 2414332"/>
              <a:gd name="connsiteX1" fmla="*/ 1324529 w 2644724"/>
              <a:gd name="connsiteY1" fmla="*/ 0 h 2414332"/>
              <a:gd name="connsiteX2" fmla="*/ 1455933 w 2644724"/>
              <a:gd name="connsiteY2" fmla="*/ 80922 h 2414332"/>
              <a:gd name="connsiteX3" fmla="*/ 2299319 w 2644724"/>
              <a:gd name="connsiteY3" fmla="*/ 354733 h 2414332"/>
              <a:gd name="connsiteX4" fmla="*/ 2644724 w 2644724"/>
              <a:gd name="connsiteY4" fmla="*/ 822042 h 2414332"/>
              <a:gd name="connsiteX5" fmla="*/ 2644724 w 2644724"/>
              <a:gd name="connsiteY5" fmla="*/ 2414306 h 2414332"/>
              <a:gd name="connsiteX6" fmla="*/ 2644719 w 2644724"/>
              <a:gd name="connsiteY6" fmla="*/ 2414332 h 2414332"/>
              <a:gd name="connsiteX7" fmla="*/ 6 w 2644724"/>
              <a:gd name="connsiteY7" fmla="*/ 2414332 h 2414332"/>
              <a:gd name="connsiteX8" fmla="*/ 0 w 2644724"/>
              <a:gd name="connsiteY8" fmla="*/ 2414306 h 2414332"/>
              <a:gd name="connsiteX9" fmla="*/ 0 w 2644724"/>
              <a:gd name="connsiteY9" fmla="*/ 822042 h 2414332"/>
              <a:gd name="connsiteX10" fmla="*/ 345405 w 2644724"/>
              <a:gd name="connsiteY10" fmla="*/ 354733 h 2414332"/>
              <a:gd name="connsiteX11" fmla="*/ 1204184 w 2644724"/>
              <a:gd name="connsiteY11" fmla="*/ 84206 h 2414332"/>
              <a:gd name="connsiteX0" fmla="*/ 1188792 w 2644724"/>
              <a:gd name="connsiteY0" fmla="*/ 84206 h 2414332"/>
              <a:gd name="connsiteX1" fmla="*/ 1324529 w 2644724"/>
              <a:gd name="connsiteY1" fmla="*/ 0 h 2414332"/>
              <a:gd name="connsiteX2" fmla="*/ 1455933 w 2644724"/>
              <a:gd name="connsiteY2" fmla="*/ 80922 h 2414332"/>
              <a:gd name="connsiteX3" fmla="*/ 2299319 w 2644724"/>
              <a:gd name="connsiteY3" fmla="*/ 354733 h 2414332"/>
              <a:gd name="connsiteX4" fmla="*/ 2644724 w 2644724"/>
              <a:gd name="connsiteY4" fmla="*/ 822042 h 2414332"/>
              <a:gd name="connsiteX5" fmla="*/ 2644724 w 2644724"/>
              <a:gd name="connsiteY5" fmla="*/ 2414306 h 2414332"/>
              <a:gd name="connsiteX6" fmla="*/ 2644719 w 2644724"/>
              <a:gd name="connsiteY6" fmla="*/ 2414332 h 2414332"/>
              <a:gd name="connsiteX7" fmla="*/ 6 w 2644724"/>
              <a:gd name="connsiteY7" fmla="*/ 2414332 h 2414332"/>
              <a:gd name="connsiteX8" fmla="*/ 0 w 2644724"/>
              <a:gd name="connsiteY8" fmla="*/ 2414306 h 2414332"/>
              <a:gd name="connsiteX9" fmla="*/ 0 w 2644724"/>
              <a:gd name="connsiteY9" fmla="*/ 822042 h 2414332"/>
              <a:gd name="connsiteX10" fmla="*/ 345405 w 2644724"/>
              <a:gd name="connsiteY10" fmla="*/ 354733 h 2414332"/>
              <a:gd name="connsiteX11" fmla="*/ 1188792 w 2644724"/>
              <a:gd name="connsiteY11" fmla="*/ 84206 h 2414332"/>
              <a:gd name="connsiteX0" fmla="*/ 1181815 w 2644724"/>
              <a:gd name="connsiteY0" fmla="*/ 88701 h 2414332"/>
              <a:gd name="connsiteX1" fmla="*/ 1324529 w 2644724"/>
              <a:gd name="connsiteY1" fmla="*/ 0 h 2414332"/>
              <a:gd name="connsiteX2" fmla="*/ 1455933 w 2644724"/>
              <a:gd name="connsiteY2" fmla="*/ 80922 h 2414332"/>
              <a:gd name="connsiteX3" fmla="*/ 2299319 w 2644724"/>
              <a:gd name="connsiteY3" fmla="*/ 354733 h 2414332"/>
              <a:gd name="connsiteX4" fmla="*/ 2644724 w 2644724"/>
              <a:gd name="connsiteY4" fmla="*/ 822042 h 2414332"/>
              <a:gd name="connsiteX5" fmla="*/ 2644724 w 2644724"/>
              <a:gd name="connsiteY5" fmla="*/ 2414306 h 2414332"/>
              <a:gd name="connsiteX6" fmla="*/ 2644719 w 2644724"/>
              <a:gd name="connsiteY6" fmla="*/ 2414332 h 2414332"/>
              <a:gd name="connsiteX7" fmla="*/ 6 w 2644724"/>
              <a:gd name="connsiteY7" fmla="*/ 2414332 h 2414332"/>
              <a:gd name="connsiteX8" fmla="*/ 0 w 2644724"/>
              <a:gd name="connsiteY8" fmla="*/ 2414306 h 2414332"/>
              <a:gd name="connsiteX9" fmla="*/ 0 w 2644724"/>
              <a:gd name="connsiteY9" fmla="*/ 822042 h 2414332"/>
              <a:gd name="connsiteX10" fmla="*/ 345405 w 2644724"/>
              <a:gd name="connsiteY10" fmla="*/ 354733 h 2414332"/>
              <a:gd name="connsiteX11" fmla="*/ 1181815 w 2644724"/>
              <a:gd name="connsiteY11" fmla="*/ 88701 h 2414332"/>
              <a:gd name="connsiteX0" fmla="*/ 0 w 2644724"/>
              <a:gd name="connsiteY0" fmla="*/ 2414306 h 2453562"/>
              <a:gd name="connsiteX1" fmla="*/ 0 w 2644724"/>
              <a:gd name="connsiteY1" fmla="*/ 822042 h 2453562"/>
              <a:gd name="connsiteX2" fmla="*/ 345405 w 2644724"/>
              <a:gd name="connsiteY2" fmla="*/ 354733 h 2453562"/>
              <a:gd name="connsiteX3" fmla="*/ 1181815 w 2644724"/>
              <a:gd name="connsiteY3" fmla="*/ 88701 h 2453562"/>
              <a:gd name="connsiteX4" fmla="*/ 1324529 w 2644724"/>
              <a:gd name="connsiteY4" fmla="*/ 0 h 2453562"/>
              <a:gd name="connsiteX5" fmla="*/ 1455933 w 2644724"/>
              <a:gd name="connsiteY5" fmla="*/ 80922 h 2453562"/>
              <a:gd name="connsiteX6" fmla="*/ 2299319 w 2644724"/>
              <a:gd name="connsiteY6" fmla="*/ 354733 h 2453562"/>
              <a:gd name="connsiteX7" fmla="*/ 2644724 w 2644724"/>
              <a:gd name="connsiteY7" fmla="*/ 822042 h 2453562"/>
              <a:gd name="connsiteX8" fmla="*/ 2644724 w 2644724"/>
              <a:gd name="connsiteY8" fmla="*/ 2414306 h 2453562"/>
              <a:gd name="connsiteX9" fmla="*/ 2644719 w 2644724"/>
              <a:gd name="connsiteY9" fmla="*/ 2414332 h 2453562"/>
              <a:gd name="connsiteX10" fmla="*/ 6 w 2644724"/>
              <a:gd name="connsiteY10" fmla="*/ 2414332 h 2453562"/>
              <a:gd name="connsiteX11" fmla="*/ 60547 w 2644724"/>
              <a:gd name="connsiteY11" fmla="*/ 2453562 h 2453562"/>
              <a:gd name="connsiteX0" fmla="*/ 0 w 2644724"/>
              <a:gd name="connsiteY0" fmla="*/ 2414306 h 2414332"/>
              <a:gd name="connsiteX1" fmla="*/ 0 w 2644724"/>
              <a:gd name="connsiteY1" fmla="*/ 822042 h 2414332"/>
              <a:gd name="connsiteX2" fmla="*/ 345405 w 2644724"/>
              <a:gd name="connsiteY2" fmla="*/ 354733 h 2414332"/>
              <a:gd name="connsiteX3" fmla="*/ 1181815 w 2644724"/>
              <a:gd name="connsiteY3" fmla="*/ 88701 h 2414332"/>
              <a:gd name="connsiteX4" fmla="*/ 1324529 w 2644724"/>
              <a:gd name="connsiteY4" fmla="*/ 0 h 2414332"/>
              <a:gd name="connsiteX5" fmla="*/ 1455933 w 2644724"/>
              <a:gd name="connsiteY5" fmla="*/ 80922 h 2414332"/>
              <a:gd name="connsiteX6" fmla="*/ 2299319 w 2644724"/>
              <a:gd name="connsiteY6" fmla="*/ 354733 h 2414332"/>
              <a:gd name="connsiteX7" fmla="*/ 2644724 w 2644724"/>
              <a:gd name="connsiteY7" fmla="*/ 822042 h 2414332"/>
              <a:gd name="connsiteX8" fmla="*/ 2644724 w 2644724"/>
              <a:gd name="connsiteY8" fmla="*/ 2414306 h 2414332"/>
              <a:gd name="connsiteX9" fmla="*/ 2644719 w 2644724"/>
              <a:gd name="connsiteY9" fmla="*/ 2414332 h 2414332"/>
              <a:gd name="connsiteX10" fmla="*/ 6 w 2644724"/>
              <a:gd name="connsiteY10" fmla="*/ 2414332 h 2414332"/>
              <a:gd name="connsiteX0" fmla="*/ 0 w 2644724"/>
              <a:gd name="connsiteY0" fmla="*/ 2414306 h 2414332"/>
              <a:gd name="connsiteX1" fmla="*/ 0 w 2644724"/>
              <a:gd name="connsiteY1" fmla="*/ 822042 h 2414332"/>
              <a:gd name="connsiteX2" fmla="*/ 345405 w 2644724"/>
              <a:gd name="connsiteY2" fmla="*/ 354733 h 2414332"/>
              <a:gd name="connsiteX3" fmla="*/ 1181815 w 2644724"/>
              <a:gd name="connsiteY3" fmla="*/ 88701 h 2414332"/>
              <a:gd name="connsiteX4" fmla="*/ 1324529 w 2644724"/>
              <a:gd name="connsiteY4" fmla="*/ 0 h 2414332"/>
              <a:gd name="connsiteX5" fmla="*/ 1455933 w 2644724"/>
              <a:gd name="connsiteY5" fmla="*/ 80922 h 2414332"/>
              <a:gd name="connsiteX6" fmla="*/ 2299319 w 2644724"/>
              <a:gd name="connsiteY6" fmla="*/ 354733 h 2414332"/>
              <a:gd name="connsiteX7" fmla="*/ 2644724 w 2644724"/>
              <a:gd name="connsiteY7" fmla="*/ 822042 h 2414332"/>
              <a:gd name="connsiteX8" fmla="*/ 2644724 w 2644724"/>
              <a:gd name="connsiteY8" fmla="*/ 2414306 h 2414332"/>
              <a:gd name="connsiteX9" fmla="*/ 2644719 w 2644724"/>
              <a:gd name="connsiteY9" fmla="*/ 2414332 h 2414332"/>
              <a:gd name="connsiteX0" fmla="*/ 0 w 2815122"/>
              <a:gd name="connsiteY0" fmla="*/ 2414306 h 2414306"/>
              <a:gd name="connsiteX1" fmla="*/ 0 w 2815122"/>
              <a:gd name="connsiteY1" fmla="*/ 822042 h 2414306"/>
              <a:gd name="connsiteX2" fmla="*/ 345405 w 2815122"/>
              <a:gd name="connsiteY2" fmla="*/ 354733 h 2414306"/>
              <a:gd name="connsiteX3" fmla="*/ 1181815 w 2815122"/>
              <a:gd name="connsiteY3" fmla="*/ 88701 h 2414306"/>
              <a:gd name="connsiteX4" fmla="*/ 1324529 w 2815122"/>
              <a:gd name="connsiteY4" fmla="*/ 0 h 2414306"/>
              <a:gd name="connsiteX5" fmla="*/ 1455933 w 2815122"/>
              <a:gd name="connsiteY5" fmla="*/ 80922 h 2414306"/>
              <a:gd name="connsiteX6" fmla="*/ 2299319 w 2815122"/>
              <a:gd name="connsiteY6" fmla="*/ 354733 h 2414306"/>
              <a:gd name="connsiteX7" fmla="*/ 2644724 w 2815122"/>
              <a:gd name="connsiteY7" fmla="*/ 822042 h 2414306"/>
              <a:gd name="connsiteX8" fmla="*/ 2644724 w 2815122"/>
              <a:gd name="connsiteY8" fmla="*/ 2414306 h 2414306"/>
              <a:gd name="connsiteX9" fmla="*/ 2815122 w 2815122"/>
              <a:gd name="connsiteY9" fmla="*/ 1892482 h 2414306"/>
              <a:gd name="connsiteX0" fmla="*/ 0 w 2644724"/>
              <a:gd name="connsiteY0" fmla="*/ 2414306 h 2414306"/>
              <a:gd name="connsiteX1" fmla="*/ 0 w 2644724"/>
              <a:gd name="connsiteY1" fmla="*/ 822042 h 2414306"/>
              <a:gd name="connsiteX2" fmla="*/ 345405 w 2644724"/>
              <a:gd name="connsiteY2" fmla="*/ 354733 h 2414306"/>
              <a:gd name="connsiteX3" fmla="*/ 1181815 w 2644724"/>
              <a:gd name="connsiteY3" fmla="*/ 88701 h 2414306"/>
              <a:gd name="connsiteX4" fmla="*/ 1324529 w 2644724"/>
              <a:gd name="connsiteY4" fmla="*/ 0 h 2414306"/>
              <a:gd name="connsiteX5" fmla="*/ 1455933 w 2644724"/>
              <a:gd name="connsiteY5" fmla="*/ 80922 h 2414306"/>
              <a:gd name="connsiteX6" fmla="*/ 2299319 w 2644724"/>
              <a:gd name="connsiteY6" fmla="*/ 354733 h 2414306"/>
              <a:gd name="connsiteX7" fmla="*/ 2644724 w 2644724"/>
              <a:gd name="connsiteY7" fmla="*/ 822042 h 2414306"/>
              <a:gd name="connsiteX8" fmla="*/ 2644724 w 2644724"/>
              <a:gd name="connsiteY8" fmla="*/ 2414306 h 2414306"/>
              <a:gd name="connsiteX0" fmla="*/ 0 w 2644724"/>
              <a:gd name="connsiteY0" fmla="*/ 2414306 h 2414306"/>
              <a:gd name="connsiteX1" fmla="*/ 0 w 2644724"/>
              <a:gd name="connsiteY1" fmla="*/ 822042 h 2414306"/>
              <a:gd name="connsiteX2" fmla="*/ 345405 w 2644724"/>
              <a:gd name="connsiteY2" fmla="*/ 354733 h 2414306"/>
              <a:gd name="connsiteX3" fmla="*/ 1181815 w 2644724"/>
              <a:gd name="connsiteY3" fmla="*/ 88701 h 2414306"/>
              <a:gd name="connsiteX4" fmla="*/ 1324529 w 2644724"/>
              <a:gd name="connsiteY4" fmla="*/ 0 h 2414306"/>
              <a:gd name="connsiteX5" fmla="*/ 1455933 w 2644724"/>
              <a:gd name="connsiteY5" fmla="*/ 80922 h 2414306"/>
              <a:gd name="connsiteX6" fmla="*/ 2299319 w 2644724"/>
              <a:gd name="connsiteY6" fmla="*/ 354733 h 2414306"/>
              <a:gd name="connsiteX7" fmla="*/ 2644724 w 2644724"/>
              <a:gd name="connsiteY7" fmla="*/ 822042 h 2414306"/>
              <a:gd name="connsiteX8" fmla="*/ 2644724 w 2644724"/>
              <a:gd name="connsiteY8" fmla="*/ 1760819 h 2414306"/>
              <a:gd name="connsiteX0" fmla="*/ 0 w 2644724"/>
              <a:gd name="connsiteY0" fmla="*/ 1756117 h 1760819"/>
              <a:gd name="connsiteX1" fmla="*/ 0 w 2644724"/>
              <a:gd name="connsiteY1" fmla="*/ 822042 h 1760819"/>
              <a:gd name="connsiteX2" fmla="*/ 345405 w 2644724"/>
              <a:gd name="connsiteY2" fmla="*/ 354733 h 1760819"/>
              <a:gd name="connsiteX3" fmla="*/ 1181815 w 2644724"/>
              <a:gd name="connsiteY3" fmla="*/ 88701 h 1760819"/>
              <a:gd name="connsiteX4" fmla="*/ 1324529 w 2644724"/>
              <a:gd name="connsiteY4" fmla="*/ 0 h 1760819"/>
              <a:gd name="connsiteX5" fmla="*/ 1455933 w 2644724"/>
              <a:gd name="connsiteY5" fmla="*/ 80922 h 1760819"/>
              <a:gd name="connsiteX6" fmla="*/ 2299319 w 2644724"/>
              <a:gd name="connsiteY6" fmla="*/ 354733 h 1760819"/>
              <a:gd name="connsiteX7" fmla="*/ 2644724 w 2644724"/>
              <a:gd name="connsiteY7" fmla="*/ 822042 h 1760819"/>
              <a:gd name="connsiteX8" fmla="*/ 2644724 w 2644724"/>
              <a:gd name="connsiteY8" fmla="*/ 1760819 h 1760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44724" h="1760819">
                <a:moveTo>
                  <a:pt x="0" y="1756117"/>
                </a:moveTo>
                <a:lnTo>
                  <a:pt x="0" y="822042"/>
                </a:lnTo>
                <a:cubicBezTo>
                  <a:pt x="0" y="580785"/>
                  <a:pt x="107938" y="460028"/>
                  <a:pt x="345405" y="354733"/>
                </a:cubicBezTo>
                <a:cubicBezTo>
                  <a:pt x="592364" y="264002"/>
                  <a:pt x="894152" y="229668"/>
                  <a:pt x="1181815" y="88701"/>
                </a:cubicBezTo>
                <a:lnTo>
                  <a:pt x="1324529" y="0"/>
                </a:lnTo>
                <a:lnTo>
                  <a:pt x="1455933" y="80922"/>
                </a:lnTo>
                <a:cubicBezTo>
                  <a:pt x="1743596" y="221889"/>
                  <a:pt x="2052361" y="264002"/>
                  <a:pt x="2299319" y="354733"/>
                </a:cubicBezTo>
                <a:cubicBezTo>
                  <a:pt x="2536786" y="460028"/>
                  <a:pt x="2644724" y="580785"/>
                  <a:pt x="2644724" y="822042"/>
                </a:cubicBezTo>
                <a:lnTo>
                  <a:pt x="2644724" y="1760819"/>
                </a:lnTo>
              </a:path>
            </a:pathLst>
          </a:custGeom>
          <a:noFill/>
          <a:ln w="25400" cap="rnd">
            <a:solidFill>
              <a:schemeClr val="bg2">
                <a:lumMod val="75000"/>
                <a:alpha val="6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Freeform: Shape 21">
            <a:extLst>
              <a:ext uri="{FF2B5EF4-FFF2-40B4-BE49-F238E27FC236}">
                <a16:creationId xmlns:a16="http://schemas.microsoft.com/office/drawing/2014/main" id="{48DF6CC7-9220-F845-841B-51C9168CE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775134" y="8275"/>
            <a:ext cx="4002167" cy="3844822"/>
          </a:xfrm>
          <a:custGeom>
            <a:avLst/>
            <a:gdLst>
              <a:gd name="connsiteX0" fmla="*/ 1324902 w 2644724"/>
              <a:gd name="connsiteY0" fmla="*/ 0 h 2397243"/>
              <a:gd name="connsiteX1" fmla="*/ 1324529 w 2644724"/>
              <a:gd name="connsiteY1" fmla="*/ 2617 h 2397243"/>
              <a:gd name="connsiteX2" fmla="*/ 1440541 w 2644724"/>
              <a:gd name="connsiteY2" fmla="*/ 67117 h 2397243"/>
              <a:gd name="connsiteX3" fmla="*/ 2299319 w 2644724"/>
              <a:gd name="connsiteY3" fmla="*/ 337644 h 2397243"/>
              <a:gd name="connsiteX4" fmla="*/ 2644724 w 2644724"/>
              <a:gd name="connsiteY4" fmla="*/ 804953 h 2397243"/>
              <a:gd name="connsiteX5" fmla="*/ 2644724 w 2644724"/>
              <a:gd name="connsiteY5" fmla="*/ 2397217 h 2397243"/>
              <a:gd name="connsiteX6" fmla="*/ 2644719 w 2644724"/>
              <a:gd name="connsiteY6" fmla="*/ 2397243 h 2397243"/>
              <a:gd name="connsiteX7" fmla="*/ 6 w 2644724"/>
              <a:gd name="connsiteY7" fmla="*/ 2397243 h 2397243"/>
              <a:gd name="connsiteX8" fmla="*/ 0 w 2644724"/>
              <a:gd name="connsiteY8" fmla="*/ 2397217 h 2397243"/>
              <a:gd name="connsiteX9" fmla="*/ 0 w 2644724"/>
              <a:gd name="connsiteY9" fmla="*/ 804953 h 2397243"/>
              <a:gd name="connsiteX10" fmla="*/ 345405 w 2644724"/>
              <a:gd name="connsiteY10" fmla="*/ 337644 h 2397243"/>
              <a:gd name="connsiteX11" fmla="*/ 1204184 w 2644724"/>
              <a:gd name="connsiteY11" fmla="*/ 67117 h 2397243"/>
              <a:gd name="connsiteX12" fmla="*/ 1320196 w 2644724"/>
              <a:gd name="connsiteY12" fmla="*/ 2617 h 2397243"/>
              <a:gd name="connsiteX13" fmla="*/ 1322362 w 2644724"/>
              <a:gd name="connsiteY13" fmla="*/ 1412 h 2397243"/>
              <a:gd name="connsiteX0" fmla="*/ 1324902 w 2644724"/>
              <a:gd name="connsiteY0" fmla="*/ 0 h 2472784"/>
              <a:gd name="connsiteX1" fmla="*/ 1324529 w 2644724"/>
              <a:gd name="connsiteY1" fmla="*/ 78158 h 2472784"/>
              <a:gd name="connsiteX2" fmla="*/ 1440541 w 2644724"/>
              <a:gd name="connsiteY2" fmla="*/ 142658 h 2472784"/>
              <a:gd name="connsiteX3" fmla="*/ 2299319 w 2644724"/>
              <a:gd name="connsiteY3" fmla="*/ 413185 h 2472784"/>
              <a:gd name="connsiteX4" fmla="*/ 2644724 w 2644724"/>
              <a:gd name="connsiteY4" fmla="*/ 880494 h 2472784"/>
              <a:gd name="connsiteX5" fmla="*/ 2644724 w 2644724"/>
              <a:gd name="connsiteY5" fmla="*/ 2472758 h 2472784"/>
              <a:gd name="connsiteX6" fmla="*/ 2644719 w 2644724"/>
              <a:gd name="connsiteY6" fmla="*/ 2472784 h 2472784"/>
              <a:gd name="connsiteX7" fmla="*/ 6 w 2644724"/>
              <a:gd name="connsiteY7" fmla="*/ 2472784 h 2472784"/>
              <a:gd name="connsiteX8" fmla="*/ 0 w 2644724"/>
              <a:gd name="connsiteY8" fmla="*/ 2472758 h 2472784"/>
              <a:gd name="connsiteX9" fmla="*/ 0 w 2644724"/>
              <a:gd name="connsiteY9" fmla="*/ 880494 h 2472784"/>
              <a:gd name="connsiteX10" fmla="*/ 345405 w 2644724"/>
              <a:gd name="connsiteY10" fmla="*/ 413185 h 2472784"/>
              <a:gd name="connsiteX11" fmla="*/ 1204184 w 2644724"/>
              <a:gd name="connsiteY11" fmla="*/ 142658 h 2472784"/>
              <a:gd name="connsiteX12" fmla="*/ 1320196 w 2644724"/>
              <a:gd name="connsiteY12" fmla="*/ 78158 h 2472784"/>
              <a:gd name="connsiteX13" fmla="*/ 1322362 w 2644724"/>
              <a:gd name="connsiteY13" fmla="*/ 76953 h 2472784"/>
              <a:gd name="connsiteX14" fmla="*/ 1324902 w 2644724"/>
              <a:gd name="connsiteY14" fmla="*/ 0 h 2472784"/>
              <a:gd name="connsiteX0" fmla="*/ 1322362 w 2644724"/>
              <a:gd name="connsiteY0" fmla="*/ 3996 h 2399827"/>
              <a:gd name="connsiteX1" fmla="*/ 1324529 w 2644724"/>
              <a:gd name="connsiteY1" fmla="*/ 5201 h 2399827"/>
              <a:gd name="connsiteX2" fmla="*/ 1440541 w 2644724"/>
              <a:gd name="connsiteY2" fmla="*/ 69701 h 2399827"/>
              <a:gd name="connsiteX3" fmla="*/ 2299319 w 2644724"/>
              <a:gd name="connsiteY3" fmla="*/ 340228 h 2399827"/>
              <a:gd name="connsiteX4" fmla="*/ 2644724 w 2644724"/>
              <a:gd name="connsiteY4" fmla="*/ 807537 h 2399827"/>
              <a:gd name="connsiteX5" fmla="*/ 2644724 w 2644724"/>
              <a:gd name="connsiteY5" fmla="*/ 2399801 h 2399827"/>
              <a:gd name="connsiteX6" fmla="*/ 2644719 w 2644724"/>
              <a:gd name="connsiteY6" fmla="*/ 2399827 h 2399827"/>
              <a:gd name="connsiteX7" fmla="*/ 6 w 2644724"/>
              <a:gd name="connsiteY7" fmla="*/ 2399827 h 2399827"/>
              <a:gd name="connsiteX8" fmla="*/ 0 w 2644724"/>
              <a:gd name="connsiteY8" fmla="*/ 2399801 h 2399827"/>
              <a:gd name="connsiteX9" fmla="*/ 0 w 2644724"/>
              <a:gd name="connsiteY9" fmla="*/ 807537 h 2399827"/>
              <a:gd name="connsiteX10" fmla="*/ 345405 w 2644724"/>
              <a:gd name="connsiteY10" fmla="*/ 340228 h 2399827"/>
              <a:gd name="connsiteX11" fmla="*/ 1204184 w 2644724"/>
              <a:gd name="connsiteY11" fmla="*/ 69701 h 2399827"/>
              <a:gd name="connsiteX12" fmla="*/ 1320196 w 2644724"/>
              <a:gd name="connsiteY12" fmla="*/ 5201 h 2399827"/>
              <a:gd name="connsiteX13" fmla="*/ 1322362 w 2644724"/>
              <a:gd name="connsiteY13" fmla="*/ 3996 h 2399827"/>
              <a:gd name="connsiteX0" fmla="*/ 1322362 w 2644724"/>
              <a:gd name="connsiteY0" fmla="*/ 0 h 2461519"/>
              <a:gd name="connsiteX1" fmla="*/ 1324529 w 2644724"/>
              <a:gd name="connsiteY1" fmla="*/ 66893 h 2461519"/>
              <a:gd name="connsiteX2" fmla="*/ 1440541 w 2644724"/>
              <a:gd name="connsiteY2" fmla="*/ 131393 h 2461519"/>
              <a:gd name="connsiteX3" fmla="*/ 2299319 w 2644724"/>
              <a:gd name="connsiteY3" fmla="*/ 401920 h 2461519"/>
              <a:gd name="connsiteX4" fmla="*/ 2644724 w 2644724"/>
              <a:gd name="connsiteY4" fmla="*/ 869229 h 2461519"/>
              <a:gd name="connsiteX5" fmla="*/ 2644724 w 2644724"/>
              <a:gd name="connsiteY5" fmla="*/ 2461493 h 2461519"/>
              <a:gd name="connsiteX6" fmla="*/ 2644719 w 2644724"/>
              <a:gd name="connsiteY6" fmla="*/ 2461519 h 2461519"/>
              <a:gd name="connsiteX7" fmla="*/ 6 w 2644724"/>
              <a:gd name="connsiteY7" fmla="*/ 2461519 h 2461519"/>
              <a:gd name="connsiteX8" fmla="*/ 0 w 2644724"/>
              <a:gd name="connsiteY8" fmla="*/ 2461493 h 2461519"/>
              <a:gd name="connsiteX9" fmla="*/ 0 w 2644724"/>
              <a:gd name="connsiteY9" fmla="*/ 869229 h 2461519"/>
              <a:gd name="connsiteX10" fmla="*/ 345405 w 2644724"/>
              <a:gd name="connsiteY10" fmla="*/ 401920 h 2461519"/>
              <a:gd name="connsiteX11" fmla="*/ 1204184 w 2644724"/>
              <a:gd name="connsiteY11" fmla="*/ 131393 h 2461519"/>
              <a:gd name="connsiteX12" fmla="*/ 1320196 w 2644724"/>
              <a:gd name="connsiteY12" fmla="*/ 66893 h 2461519"/>
              <a:gd name="connsiteX13" fmla="*/ 1322362 w 2644724"/>
              <a:gd name="connsiteY13" fmla="*/ 0 h 2461519"/>
              <a:gd name="connsiteX0" fmla="*/ 1320196 w 2644724"/>
              <a:gd name="connsiteY0" fmla="*/ 0 h 2394626"/>
              <a:gd name="connsiteX1" fmla="*/ 1324529 w 2644724"/>
              <a:gd name="connsiteY1" fmla="*/ 0 h 2394626"/>
              <a:gd name="connsiteX2" fmla="*/ 1440541 w 2644724"/>
              <a:gd name="connsiteY2" fmla="*/ 64500 h 2394626"/>
              <a:gd name="connsiteX3" fmla="*/ 2299319 w 2644724"/>
              <a:gd name="connsiteY3" fmla="*/ 335027 h 2394626"/>
              <a:gd name="connsiteX4" fmla="*/ 2644724 w 2644724"/>
              <a:gd name="connsiteY4" fmla="*/ 802336 h 2394626"/>
              <a:gd name="connsiteX5" fmla="*/ 2644724 w 2644724"/>
              <a:gd name="connsiteY5" fmla="*/ 2394600 h 2394626"/>
              <a:gd name="connsiteX6" fmla="*/ 2644719 w 2644724"/>
              <a:gd name="connsiteY6" fmla="*/ 2394626 h 2394626"/>
              <a:gd name="connsiteX7" fmla="*/ 6 w 2644724"/>
              <a:gd name="connsiteY7" fmla="*/ 2394626 h 2394626"/>
              <a:gd name="connsiteX8" fmla="*/ 0 w 2644724"/>
              <a:gd name="connsiteY8" fmla="*/ 2394600 h 2394626"/>
              <a:gd name="connsiteX9" fmla="*/ 0 w 2644724"/>
              <a:gd name="connsiteY9" fmla="*/ 802336 h 2394626"/>
              <a:gd name="connsiteX10" fmla="*/ 345405 w 2644724"/>
              <a:gd name="connsiteY10" fmla="*/ 335027 h 2394626"/>
              <a:gd name="connsiteX11" fmla="*/ 1204184 w 2644724"/>
              <a:gd name="connsiteY11" fmla="*/ 64500 h 2394626"/>
              <a:gd name="connsiteX12" fmla="*/ 1320196 w 2644724"/>
              <a:gd name="connsiteY12" fmla="*/ 0 h 2394626"/>
              <a:gd name="connsiteX0" fmla="*/ 1204184 w 2644724"/>
              <a:gd name="connsiteY0" fmla="*/ 64500 h 2394626"/>
              <a:gd name="connsiteX1" fmla="*/ 1324529 w 2644724"/>
              <a:gd name="connsiteY1" fmla="*/ 0 h 2394626"/>
              <a:gd name="connsiteX2" fmla="*/ 1440541 w 2644724"/>
              <a:gd name="connsiteY2" fmla="*/ 64500 h 2394626"/>
              <a:gd name="connsiteX3" fmla="*/ 2299319 w 2644724"/>
              <a:gd name="connsiteY3" fmla="*/ 335027 h 2394626"/>
              <a:gd name="connsiteX4" fmla="*/ 2644724 w 2644724"/>
              <a:gd name="connsiteY4" fmla="*/ 802336 h 2394626"/>
              <a:gd name="connsiteX5" fmla="*/ 2644724 w 2644724"/>
              <a:gd name="connsiteY5" fmla="*/ 2394600 h 2394626"/>
              <a:gd name="connsiteX6" fmla="*/ 2644719 w 2644724"/>
              <a:gd name="connsiteY6" fmla="*/ 2394626 h 2394626"/>
              <a:gd name="connsiteX7" fmla="*/ 6 w 2644724"/>
              <a:gd name="connsiteY7" fmla="*/ 2394626 h 2394626"/>
              <a:gd name="connsiteX8" fmla="*/ 0 w 2644724"/>
              <a:gd name="connsiteY8" fmla="*/ 2394600 h 2394626"/>
              <a:gd name="connsiteX9" fmla="*/ 0 w 2644724"/>
              <a:gd name="connsiteY9" fmla="*/ 802336 h 2394626"/>
              <a:gd name="connsiteX10" fmla="*/ 345405 w 2644724"/>
              <a:gd name="connsiteY10" fmla="*/ 335027 h 2394626"/>
              <a:gd name="connsiteX11" fmla="*/ 1204184 w 2644724"/>
              <a:gd name="connsiteY11" fmla="*/ 64500 h 2394626"/>
              <a:gd name="connsiteX0" fmla="*/ 1204184 w 2644724"/>
              <a:gd name="connsiteY0" fmla="*/ 84206 h 2414332"/>
              <a:gd name="connsiteX1" fmla="*/ 1324529 w 2644724"/>
              <a:gd name="connsiteY1" fmla="*/ 0 h 2414332"/>
              <a:gd name="connsiteX2" fmla="*/ 1440541 w 2644724"/>
              <a:gd name="connsiteY2" fmla="*/ 84206 h 2414332"/>
              <a:gd name="connsiteX3" fmla="*/ 2299319 w 2644724"/>
              <a:gd name="connsiteY3" fmla="*/ 354733 h 2414332"/>
              <a:gd name="connsiteX4" fmla="*/ 2644724 w 2644724"/>
              <a:gd name="connsiteY4" fmla="*/ 822042 h 2414332"/>
              <a:gd name="connsiteX5" fmla="*/ 2644724 w 2644724"/>
              <a:gd name="connsiteY5" fmla="*/ 2414306 h 2414332"/>
              <a:gd name="connsiteX6" fmla="*/ 2644719 w 2644724"/>
              <a:gd name="connsiteY6" fmla="*/ 2414332 h 2414332"/>
              <a:gd name="connsiteX7" fmla="*/ 6 w 2644724"/>
              <a:gd name="connsiteY7" fmla="*/ 2414332 h 2414332"/>
              <a:gd name="connsiteX8" fmla="*/ 0 w 2644724"/>
              <a:gd name="connsiteY8" fmla="*/ 2414306 h 2414332"/>
              <a:gd name="connsiteX9" fmla="*/ 0 w 2644724"/>
              <a:gd name="connsiteY9" fmla="*/ 822042 h 2414332"/>
              <a:gd name="connsiteX10" fmla="*/ 345405 w 2644724"/>
              <a:gd name="connsiteY10" fmla="*/ 354733 h 2414332"/>
              <a:gd name="connsiteX11" fmla="*/ 1204184 w 2644724"/>
              <a:gd name="connsiteY11" fmla="*/ 84206 h 2414332"/>
              <a:gd name="connsiteX0" fmla="*/ 1204184 w 2644724"/>
              <a:gd name="connsiteY0" fmla="*/ 84206 h 2414332"/>
              <a:gd name="connsiteX1" fmla="*/ 1324529 w 2644724"/>
              <a:gd name="connsiteY1" fmla="*/ 0 h 2414332"/>
              <a:gd name="connsiteX2" fmla="*/ 1455933 w 2644724"/>
              <a:gd name="connsiteY2" fmla="*/ 80922 h 2414332"/>
              <a:gd name="connsiteX3" fmla="*/ 2299319 w 2644724"/>
              <a:gd name="connsiteY3" fmla="*/ 354733 h 2414332"/>
              <a:gd name="connsiteX4" fmla="*/ 2644724 w 2644724"/>
              <a:gd name="connsiteY4" fmla="*/ 822042 h 2414332"/>
              <a:gd name="connsiteX5" fmla="*/ 2644724 w 2644724"/>
              <a:gd name="connsiteY5" fmla="*/ 2414306 h 2414332"/>
              <a:gd name="connsiteX6" fmla="*/ 2644719 w 2644724"/>
              <a:gd name="connsiteY6" fmla="*/ 2414332 h 2414332"/>
              <a:gd name="connsiteX7" fmla="*/ 6 w 2644724"/>
              <a:gd name="connsiteY7" fmla="*/ 2414332 h 2414332"/>
              <a:gd name="connsiteX8" fmla="*/ 0 w 2644724"/>
              <a:gd name="connsiteY8" fmla="*/ 2414306 h 2414332"/>
              <a:gd name="connsiteX9" fmla="*/ 0 w 2644724"/>
              <a:gd name="connsiteY9" fmla="*/ 822042 h 2414332"/>
              <a:gd name="connsiteX10" fmla="*/ 345405 w 2644724"/>
              <a:gd name="connsiteY10" fmla="*/ 354733 h 2414332"/>
              <a:gd name="connsiteX11" fmla="*/ 1204184 w 2644724"/>
              <a:gd name="connsiteY11" fmla="*/ 84206 h 2414332"/>
              <a:gd name="connsiteX0" fmla="*/ 1188792 w 2644724"/>
              <a:gd name="connsiteY0" fmla="*/ 84206 h 2414332"/>
              <a:gd name="connsiteX1" fmla="*/ 1324529 w 2644724"/>
              <a:gd name="connsiteY1" fmla="*/ 0 h 2414332"/>
              <a:gd name="connsiteX2" fmla="*/ 1455933 w 2644724"/>
              <a:gd name="connsiteY2" fmla="*/ 80922 h 2414332"/>
              <a:gd name="connsiteX3" fmla="*/ 2299319 w 2644724"/>
              <a:gd name="connsiteY3" fmla="*/ 354733 h 2414332"/>
              <a:gd name="connsiteX4" fmla="*/ 2644724 w 2644724"/>
              <a:gd name="connsiteY4" fmla="*/ 822042 h 2414332"/>
              <a:gd name="connsiteX5" fmla="*/ 2644724 w 2644724"/>
              <a:gd name="connsiteY5" fmla="*/ 2414306 h 2414332"/>
              <a:gd name="connsiteX6" fmla="*/ 2644719 w 2644724"/>
              <a:gd name="connsiteY6" fmla="*/ 2414332 h 2414332"/>
              <a:gd name="connsiteX7" fmla="*/ 6 w 2644724"/>
              <a:gd name="connsiteY7" fmla="*/ 2414332 h 2414332"/>
              <a:gd name="connsiteX8" fmla="*/ 0 w 2644724"/>
              <a:gd name="connsiteY8" fmla="*/ 2414306 h 2414332"/>
              <a:gd name="connsiteX9" fmla="*/ 0 w 2644724"/>
              <a:gd name="connsiteY9" fmla="*/ 822042 h 2414332"/>
              <a:gd name="connsiteX10" fmla="*/ 345405 w 2644724"/>
              <a:gd name="connsiteY10" fmla="*/ 354733 h 2414332"/>
              <a:gd name="connsiteX11" fmla="*/ 1188792 w 2644724"/>
              <a:gd name="connsiteY11" fmla="*/ 84206 h 2414332"/>
              <a:gd name="connsiteX0" fmla="*/ 1181815 w 2644724"/>
              <a:gd name="connsiteY0" fmla="*/ 88701 h 2414332"/>
              <a:gd name="connsiteX1" fmla="*/ 1324529 w 2644724"/>
              <a:gd name="connsiteY1" fmla="*/ 0 h 2414332"/>
              <a:gd name="connsiteX2" fmla="*/ 1455933 w 2644724"/>
              <a:gd name="connsiteY2" fmla="*/ 80922 h 2414332"/>
              <a:gd name="connsiteX3" fmla="*/ 2299319 w 2644724"/>
              <a:gd name="connsiteY3" fmla="*/ 354733 h 2414332"/>
              <a:gd name="connsiteX4" fmla="*/ 2644724 w 2644724"/>
              <a:gd name="connsiteY4" fmla="*/ 822042 h 2414332"/>
              <a:gd name="connsiteX5" fmla="*/ 2644724 w 2644724"/>
              <a:gd name="connsiteY5" fmla="*/ 2414306 h 2414332"/>
              <a:gd name="connsiteX6" fmla="*/ 2644719 w 2644724"/>
              <a:gd name="connsiteY6" fmla="*/ 2414332 h 2414332"/>
              <a:gd name="connsiteX7" fmla="*/ 6 w 2644724"/>
              <a:gd name="connsiteY7" fmla="*/ 2414332 h 2414332"/>
              <a:gd name="connsiteX8" fmla="*/ 0 w 2644724"/>
              <a:gd name="connsiteY8" fmla="*/ 2414306 h 2414332"/>
              <a:gd name="connsiteX9" fmla="*/ 0 w 2644724"/>
              <a:gd name="connsiteY9" fmla="*/ 822042 h 2414332"/>
              <a:gd name="connsiteX10" fmla="*/ 345405 w 2644724"/>
              <a:gd name="connsiteY10" fmla="*/ 354733 h 2414332"/>
              <a:gd name="connsiteX11" fmla="*/ 1181815 w 2644724"/>
              <a:gd name="connsiteY11" fmla="*/ 88701 h 2414332"/>
              <a:gd name="connsiteX0" fmla="*/ 0 w 2644724"/>
              <a:gd name="connsiteY0" fmla="*/ 2414306 h 2453562"/>
              <a:gd name="connsiteX1" fmla="*/ 0 w 2644724"/>
              <a:gd name="connsiteY1" fmla="*/ 822042 h 2453562"/>
              <a:gd name="connsiteX2" fmla="*/ 345405 w 2644724"/>
              <a:gd name="connsiteY2" fmla="*/ 354733 h 2453562"/>
              <a:gd name="connsiteX3" fmla="*/ 1181815 w 2644724"/>
              <a:gd name="connsiteY3" fmla="*/ 88701 h 2453562"/>
              <a:gd name="connsiteX4" fmla="*/ 1324529 w 2644724"/>
              <a:gd name="connsiteY4" fmla="*/ 0 h 2453562"/>
              <a:gd name="connsiteX5" fmla="*/ 1455933 w 2644724"/>
              <a:gd name="connsiteY5" fmla="*/ 80922 h 2453562"/>
              <a:gd name="connsiteX6" fmla="*/ 2299319 w 2644724"/>
              <a:gd name="connsiteY6" fmla="*/ 354733 h 2453562"/>
              <a:gd name="connsiteX7" fmla="*/ 2644724 w 2644724"/>
              <a:gd name="connsiteY7" fmla="*/ 822042 h 2453562"/>
              <a:gd name="connsiteX8" fmla="*/ 2644724 w 2644724"/>
              <a:gd name="connsiteY8" fmla="*/ 2414306 h 2453562"/>
              <a:gd name="connsiteX9" fmla="*/ 2644719 w 2644724"/>
              <a:gd name="connsiteY9" fmla="*/ 2414332 h 2453562"/>
              <a:gd name="connsiteX10" fmla="*/ 6 w 2644724"/>
              <a:gd name="connsiteY10" fmla="*/ 2414332 h 2453562"/>
              <a:gd name="connsiteX11" fmla="*/ 60547 w 2644724"/>
              <a:gd name="connsiteY11" fmla="*/ 2453562 h 2453562"/>
              <a:gd name="connsiteX0" fmla="*/ 0 w 2644724"/>
              <a:gd name="connsiteY0" fmla="*/ 2414306 h 2414332"/>
              <a:gd name="connsiteX1" fmla="*/ 0 w 2644724"/>
              <a:gd name="connsiteY1" fmla="*/ 822042 h 2414332"/>
              <a:gd name="connsiteX2" fmla="*/ 345405 w 2644724"/>
              <a:gd name="connsiteY2" fmla="*/ 354733 h 2414332"/>
              <a:gd name="connsiteX3" fmla="*/ 1181815 w 2644724"/>
              <a:gd name="connsiteY3" fmla="*/ 88701 h 2414332"/>
              <a:gd name="connsiteX4" fmla="*/ 1324529 w 2644724"/>
              <a:gd name="connsiteY4" fmla="*/ 0 h 2414332"/>
              <a:gd name="connsiteX5" fmla="*/ 1455933 w 2644724"/>
              <a:gd name="connsiteY5" fmla="*/ 80922 h 2414332"/>
              <a:gd name="connsiteX6" fmla="*/ 2299319 w 2644724"/>
              <a:gd name="connsiteY6" fmla="*/ 354733 h 2414332"/>
              <a:gd name="connsiteX7" fmla="*/ 2644724 w 2644724"/>
              <a:gd name="connsiteY7" fmla="*/ 822042 h 2414332"/>
              <a:gd name="connsiteX8" fmla="*/ 2644724 w 2644724"/>
              <a:gd name="connsiteY8" fmla="*/ 2414306 h 2414332"/>
              <a:gd name="connsiteX9" fmla="*/ 2644719 w 2644724"/>
              <a:gd name="connsiteY9" fmla="*/ 2414332 h 2414332"/>
              <a:gd name="connsiteX10" fmla="*/ 6 w 2644724"/>
              <a:gd name="connsiteY10" fmla="*/ 2414332 h 2414332"/>
              <a:gd name="connsiteX0" fmla="*/ 0 w 2644724"/>
              <a:gd name="connsiteY0" fmla="*/ 2414306 h 2414332"/>
              <a:gd name="connsiteX1" fmla="*/ 0 w 2644724"/>
              <a:gd name="connsiteY1" fmla="*/ 822042 h 2414332"/>
              <a:gd name="connsiteX2" fmla="*/ 345405 w 2644724"/>
              <a:gd name="connsiteY2" fmla="*/ 354733 h 2414332"/>
              <a:gd name="connsiteX3" fmla="*/ 1181815 w 2644724"/>
              <a:gd name="connsiteY3" fmla="*/ 88701 h 2414332"/>
              <a:gd name="connsiteX4" fmla="*/ 1324529 w 2644724"/>
              <a:gd name="connsiteY4" fmla="*/ 0 h 2414332"/>
              <a:gd name="connsiteX5" fmla="*/ 1455933 w 2644724"/>
              <a:gd name="connsiteY5" fmla="*/ 80922 h 2414332"/>
              <a:gd name="connsiteX6" fmla="*/ 2299319 w 2644724"/>
              <a:gd name="connsiteY6" fmla="*/ 354733 h 2414332"/>
              <a:gd name="connsiteX7" fmla="*/ 2644724 w 2644724"/>
              <a:gd name="connsiteY7" fmla="*/ 822042 h 2414332"/>
              <a:gd name="connsiteX8" fmla="*/ 2644724 w 2644724"/>
              <a:gd name="connsiteY8" fmla="*/ 2414306 h 2414332"/>
              <a:gd name="connsiteX9" fmla="*/ 2644719 w 2644724"/>
              <a:gd name="connsiteY9" fmla="*/ 2414332 h 2414332"/>
              <a:gd name="connsiteX0" fmla="*/ 0 w 2815122"/>
              <a:gd name="connsiteY0" fmla="*/ 2414306 h 2414306"/>
              <a:gd name="connsiteX1" fmla="*/ 0 w 2815122"/>
              <a:gd name="connsiteY1" fmla="*/ 822042 h 2414306"/>
              <a:gd name="connsiteX2" fmla="*/ 345405 w 2815122"/>
              <a:gd name="connsiteY2" fmla="*/ 354733 h 2414306"/>
              <a:gd name="connsiteX3" fmla="*/ 1181815 w 2815122"/>
              <a:gd name="connsiteY3" fmla="*/ 88701 h 2414306"/>
              <a:gd name="connsiteX4" fmla="*/ 1324529 w 2815122"/>
              <a:gd name="connsiteY4" fmla="*/ 0 h 2414306"/>
              <a:gd name="connsiteX5" fmla="*/ 1455933 w 2815122"/>
              <a:gd name="connsiteY5" fmla="*/ 80922 h 2414306"/>
              <a:gd name="connsiteX6" fmla="*/ 2299319 w 2815122"/>
              <a:gd name="connsiteY6" fmla="*/ 354733 h 2414306"/>
              <a:gd name="connsiteX7" fmla="*/ 2644724 w 2815122"/>
              <a:gd name="connsiteY7" fmla="*/ 822042 h 2414306"/>
              <a:gd name="connsiteX8" fmla="*/ 2644724 w 2815122"/>
              <a:gd name="connsiteY8" fmla="*/ 2414306 h 2414306"/>
              <a:gd name="connsiteX9" fmla="*/ 2815122 w 2815122"/>
              <a:gd name="connsiteY9" fmla="*/ 1892482 h 2414306"/>
              <a:gd name="connsiteX0" fmla="*/ 0 w 2644724"/>
              <a:gd name="connsiteY0" fmla="*/ 2414306 h 2414306"/>
              <a:gd name="connsiteX1" fmla="*/ 0 w 2644724"/>
              <a:gd name="connsiteY1" fmla="*/ 822042 h 2414306"/>
              <a:gd name="connsiteX2" fmla="*/ 345405 w 2644724"/>
              <a:gd name="connsiteY2" fmla="*/ 354733 h 2414306"/>
              <a:gd name="connsiteX3" fmla="*/ 1181815 w 2644724"/>
              <a:gd name="connsiteY3" fmla="*/ 88701 h 2414306"/>
              <a:gd name="connsiteX4" fmla="*/ 1324529 w 2644724"/>
              <a:gd name="connsiteY4" fmla="*/ 0 h 2414306"/>
              <a:gd name="connsiteX5" fmla="*/ 1455933 w 2644724"/>
              <a:gd name="connsiteY5" fmla="*/ 80922 h 2414306"/>
              <a:gd name="connsiteX6" fmla="*/ 2299319 w 2644724"/>
              <a:gd name="connsiteY6" fmla="*/ 354733 h 2414306"/>
              <a:gd name="connsiteX7" fmla="*/ 2644724 w 2644724"/>
              <a:gd name="connsiteY7" fmla="*/ 822042 h 2414306"/>
              <a:gd name="connsiteX8" fmla="*/ 2644724 w 2644724"/>
              <a:gd name="connsiteY8" fmla="*/ 2414306 h 2414306"/>
              <a:gd name="connsiteX0" fmla="*/ 0 w 2644724"/>
              <a:gd name="connsiteY0" fmla="*/ 2414306 h 2414306"/>
              <a:gd name="connsiteX1" fmla="*/ 0 w 2644724"/>
              <a:gd name="connsiteY1" fmla="*/ 822042 h 2414306"/>
              <a:gd name="connsiteX2" fmla="*/ 345405 w 2644724"/>
              <a:gd name="connsiteY2" fmla="*/ 354733 h 2414306"/>
              <a:gd name="connsiteX3" fmla="*/ 1181815 w 2644724"/>
              <a:gd name="connsiteY3" fmla="*/ 88701 h 2414306"/>
              <a:gd name="connsiteX4" fmla="*/ 1324529 w 2644724"/>
              <a:gd name="connsiteY4" fmla="*/ 0 h 2414306"/>
              <a:gd name="connsiteX5" fmla="*/ 1455933 w 2644724"/>
              <a:gd name="connsiteY5" fmla="*/ 80922 h 2414306"/>
              <a:gd name="connsiteX6" fmla="*/ 2299319 w 2644724"/>
              <a:gd name="connsiteY6" fmla="*/ 354733 h 2414306"/>
              <a:gd name="connsiteX7" fmla="*/ 2644724 w 2644724"/>
              <a:gd name="connsiteY7" fmla="*/ 822042 h 2414306"/>
              <a:gd name="connsiteX8" fmla="*/ 2644724 w 2644724"/>
              <a:gd name="connsiteY8" fmla="*/ 1760819 h 2414306"/>
              <a:gd name="connsiteX0" fmla="*/ 0 w 2644724"/>
              <a:gd name="connsiteY0" fmla="*/ 1756117 h 1760819"/>
              <a:gd name="connsiteX1" fmla="*/ 0 w 2644724"/>
              <a:gd name="connsiteY1" fmla="*/ 822042 h 1760819"/>
              <a:gd name="connsiteX2" fmla="*/ 345405 w 2644724"/>
              <a:gd name="connsiteY2" fmla="*/ 354733 h 1760819"/>
              <a:gd name="connsiteX3" fmla="*/ 1181815 w 2644724"/>
              <a:gd name="connsiteY3" fmla="*/ 88701 h 1760819"/>
              <a:gd name="connsiteX4" fmla="*/ 1324529 w 2644724"/>
              <a:gd name="connsiteY4" fmla="*/ 0 h 1760819"/>
              <a:gd name="connsiteX5" fmla="*/ 1455933 w 2644724"/>
              <a:gd name="connsiteY5" fmla="*/ 80922 h 1760819"/>
              <a:gd name="connsiteX6" fmla="*/ 2299319 w 2644724"/>
              <a:gd name="connsiteY6" fmla="*/ 354733 h 1760819"/>
              <a:gd name="connsiteX7" fmla="*/ 2644724 w 2644724"/>
              <a:gd name="connsiteY7" fmla="*/ 822042 h 1760819"/>
              <a:gd name="connsiteX8" fmla="*/ 2644724 w 2644724"/>
              <a:gd name="connsiteY8" fmla="*/ 1760819 h 1760819"/>
              <a:gd name="connsiteX0" fmla="*/ 0 w 2650035"/>
              <a:gd name="connsiteY0" fmla="*/ 1756117 h 1756117"/>
              <a:gd name="connsiteX1" fmla="*/ 0 w 2650035"/>
              <a:gd name="connsiteY1" fmla="*/ 822042 h 1756117"/>
              <a:gd name="connsiteX2" fmla="*/ 345405 w 2650035"/>
              <a:gd name="connsiteY2" fmla="*/ 354733 h 1756117"/>
              <a:gd name="connsiteX3" fmla="*/ 1181815 w 2650035"/>
              <a:gd name="connsiteY3" fmla="*/ 88701 h 1756117"/>
              <a:gd name="connsiteX4" fmla="*/ 1324529 w 2650035"/>
              <a:gd name="connsiteY4" fmla="*/ 0 h 1756117"/>
              <a:gd name="connsiteX5" fmla="*/ 1455933 w 2650035"/>
              <a:gd name="connsiteY5" fmla="*/ 80922 h 1756117"/>
              <a:gd name="connsiteX6" fmla="*/ 2299319 w 2650035"/>
              <a:gd name="connsiteY6" fmla="*/ 354733 h 1756117"/>
              <a:gd name="connsiteX7" fmla="*/ 2644724 w 2650035"/>
              <a:gd name="connsiteY7" fmla="*/ 822042 h 1756117"/>
              <a:gd name="connsiteX8" fmla="*/ 2650035 w 2650035"/>
              <a:gd name="connsiteY8" fmla="*/ 1650626 h 1756117"/>
              <a:gd name="connsiteX0" fmla="*/ 0 w 2650035"/>
              <a:gd name="connsiteY0" fmla="*/ 1645924 h 1650626"/>
              <a:gd name="connsiteX1" fmla="*/ 0 w 2650035"/>
              <a:gd name="connsiteY1" fmla="*/ 822042 h 1650626"/>
              <a:gd name="connsiteX2" fmla="*/ 345405 w 2650035"/>
              <a:gd name="connsiteY2" fmla="*/ 354733 h 1650626"/>
              <a:gd name="connsiteX3" fmla="*/ 1181815 w 2650035"/>
              <a:gd name="connsiteY3" fmla="*/ 88701 h 1650626"/>
              <a:gd name="connsiteX4" fmla="*/ 1324529 w 2650035"/>
              <a:gd name="connsiteY4" fmla="*/ 0 h 1650626"/>
              <a:gd name="connsiteX5" fmla="*/ 1455933 w 2650035"/>
              <a:gd name="connsiteY5" fmla="*/ 80922 h 1650626"/>
              <a:gd name="connsiteX6" fmla="*/ 2299319 w 2650035"/>
              <a:gd name="connsiteY6" fmla="*/ 354733 h 1650626"/>
              <a:gd name="connsiteX7" fmla="*/ 2644724 w 2650035"/>
              <a:gd name="connsiteY7" fmla="*/ 822042 h 1650626"/>
              <a:gd name="connsiteX8" fmla="*/ 2650035 w 2650035"/>
              <a:gd name="connsiteY8" fmla="*/ 1650626 h 1650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0035" h="1650626">
                <a:moveTo>
                  <a:pt x="0" y="1645924"/>
                </a:moveTo>
                <a:lnTo>
                  <a:pt x="0" y="822042"/>
                </a:lnTo>
                <a:cubicBezTo>
                  <a:pt x="0" y="580785"/>
                  <a:pt x="107938" y="460028"/>
                  <a:pt x="345405" y="354733"/>
                </a:cubicBezTo>
                <a:cubicBezTo>
                  <a:pt x="592364" y="264002"/>
                  <a:pt x="894152" y="229668"/>
                  <a:pt x="1181815" y="88701"/>
                </a:cubicBezTo>
                <a:lnTo>
                  <a:pt x="1324529" y="0"/>
                </a:lnTo>
                <a:lnTo>
                  <a:pt x="1455933" y="80922"/>
                </a:lnTo>
                <a:cubicBezTo>
                  <a:pt x="1743596" y="221889"/>
                  <a:pt x="2052361" y="264002"/>
                  <a:pt x="2299319" y="354733"/>
                </a:cubicBezTo>
                <a:cubicBezTo>
                  <a:pt x="2536786" y="460028"/>
                  <a:pt x="2644724" y="580785"/>
                  <a:pt x="2644724" y="822042"/>
                </a:cubicBezTo>
                <a:cubicBezTo>
                  <a:pt x="2646494" y="1098237"/>
                  <a:pt x="2648265" y="1374431"/>
                  <a:pt x="2650035" y="1650626"/>
                </a:cubicBezTo>
              </a:path>
            </a:pathLst>
          </a:custGeom>
          <a:noFill/>
          <a:ln w="25400" cap="rnd">
            <a:solidFill>
              <a:schemeClr val="bg2">
                <a:lumMod val="75000"/>
                <a:alpha val="6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FD1F741-19C8-D380-CB4B-4888A63DAC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07607" y="40914"/>
            <a:ext cx="4869107" cy="37243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F459DD-ECFB-8763-6D15-09F784A1C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8" y="2718057"/>
            <a:ext cx="6438317" cy="41482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9D4603-7486-8A54-851C-E5B42C3842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587" y="3890698"/>
            <a:ext cx="4989332" cy="293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043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206359A-F1E3-49EE-BBC2-40888C4A3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65700" y="2026"/>
            <a:ext cx="2926300" cy="5030922"/>
            <a:chOff x="9265700" y="2026"/>
            <a:chExt cx="2926300" cy="5030922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ED90C42-6A0F-48E8-BF96-7D3E2A395E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26904" y="2026"/>
              <a:ext cx="2249810" cy="2294745"/>
            </a:xfrm>
            <a:custGeom>
              <a:avLst/>
              <a:gdLst>
                <a:gd name="connsiteX0" fmla="*/ 49162 w 2249810"/>
                <a:gd name="connsiteY0" fmla="*/ 0 h 2294745"/>
                <a:gd name="connsiteX1" fmla="*/ 2200648 w 2249810"/>
                <a:gd name="connsiteY1" fmla="*/ 0 h 2294745"/>
                <a:gd name="connsiteX2" fmla="*/ 2210105 w 2249810"/>
                <a:gd name="connsiteY2" fmla="*/ 23601 h 2294745"/>
                <a:gd name="connsiteX3" fmla="*/ 2249810 w 2249810"/>
                <a:gd name="connsiteY3" fmla="*/ 326934 h 2294745"/>
                <a:gd name="connsiteX4" fmla="*/ 2249810 w 2249810"/>
                <a:gd name="connsiteY4" fmla="*/ 422824 h 2294745"/>
                <a:gd name="connsiteX5" fmla="*/ 2249810 w 2249810"/>
                <a:gd name="connsiteY5" fmla="*/ 696534 h 2294745"/>
                <a:gd name="connsiteX6" fmla="*/ 2249810 w 2249810"/>
                <a:gd name="connsiteY6" fmla="*/ 848826 h 2294745"/>
                <a:gd name="connsiteX7" fmla="*/ 2249810 w 2249810"/>
                <a:gd name="connsiteY7" fmla="*/ 1058531 h 2294745"/>
                <a:gd name="connsiteX8" fmla="*/ 2249810 w 2249810"/>
                <a:gd name="connsiteY8" fmla="*/ 1218426 h 2294745"/>
                <a:gd name="connsiteX9" fmla="*/ 1955981 w 2249810"/>
                <a:gd name="connsiteY9" fmla="*/ 1845313 h 2294745"/>
                <a:gd name="connsiteX10" fmla="*/ 1225437 w 2249810"/>
                <a:gd name="connsiteY10" fmla="*/ 2208220 h 2294745"/>
                <a:gd name="connsiteX11" fmla="*/ 1123061 w 2249810"/>
                <a:gd name="connsiteY11" fmla="*/ 2294745 h 2294745"/>
                <a:gd name="connsiteX12" fmla="*/ 1024372 w 2249810"/>
                <a:gd name="connsiteY12" fmla="*/ 2208220 h 2294745"/>
                <a:gd name="connsiteX13" fmla="*/ 293828 w 2249810"/>
                <a:gd name="connsiteY13" fmla="*/ 1845313 h 2294745"/>
                <a:gd name="connsiteX14" fmla="*/ 0 w 2249810"/>
                <a:gd name="connsiteY14" fmla="*/ 1218426 h 2294745"/>
                <a:gd name="connsiteX15" fmla="*/ 0 w 2249810"/>
                <a:gd name="connsiteY15" fmla="*/ 1058531 h 2294745"/>
                <a:gd name="connsiteX16" fmla="*/ 0 w 2249810"/>
                <a:gd name="connsiteY16" fmla="*/ 848826 h 2294745"/>
                <a:gd name="connsiteX17" fmla="*/ 0 w 2249810"/>
                <a:gd name="connsiteY17" fmla="*/ 696534 h 2294745"/>
                <a:gd name="connsiteX18" fmla="*/ 0 w 2249810"/>
                <a:gd name="connsiteY18" fmla="*/ 422824 h 2294745"/>
                <a:gd name="connsiteX19" fmla="*/ 0 w 2249810"/>
                <a:gd name="connsiteY19" fmla="*/ 326934 h 2294745"/>
                <a:gd name="connsiteX20" fmla="*/ 39705 w 2249810"/>
                <a:gd name="connsiteY20" fmla="*/ 23601 h 2294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49810" h="2294745">
                  <a:moveTo>
                    <a:pt x="49162" y="0"/>
                  </a:moveTo>
                  <a:lnTo>
                    <a:pt x="2200648" y="0"/>
                  </a:lnTo>
                  <a:lnTo>
                    <a:pt x="2210105" y="23601"/>
                  </a:lnTo>
                  <a:cubicBezTo>
                    <a:pt x="2236898" y="106934"/>
                    <a:pt x="2249810" y="205568"/>
                    <a:pt x="2249810" y="326934"/>
                  </a:cubicBezTo>
                  <a:lnTo>
                    <a:pt x="2249810" y="422824"/>
                  </a:lnTo>
                  <a:lnTo>
                    <a:pt x="2249810" y="696534"/>
                  </a:lnTo>
                  <a:lnTo>
                    <a:pt x="2249810" y="848826"/>
                  </a:lnTo>
                  <a:lnTo>
                    <a:pt x="2249810" y="1058531"/>
                  </a:lnTo>
                  <a:lnTo>
                    <a:pt x="2249810" y="1218426"/>
                  </a:lnTo>
                  <a:cubicBezTo>
                    <a:pt x="2249810" y="1542068"/>
                    <a:pt x="2157989" y="1704061"/>
                    <a:pt x="1955981" y="1845313"/>
                  </a:cubicBezTo>
                  <a:cubicBezTo>
                    <a:pt x="1745898" y="1967026"/>
                    <a:pt x="1470144" y="2019115"/>
                    <a:pt x="1225437" y="2208220"/>
                  </a:cubicBezTo>
                  <a:lnTo>
                    <a:pt x="1123061" y="2294745"/>
                  </a:lnTo>
                  <a:lnTo>
                    <a:pt x="1024372" y="2208220"/>
                  </a:lnTo>
                  <a:cubicBezTo>
                    <a:pt x="779664" y="2019115"/>
                    <a:pt x="503910" y="1967026"/>
                    <a:pt x="293828" y="1845313"/>
                  </a:cubicBezTo>
                  <a:cubicBezTo>
                    <a:pt x="91820" y="1704061"/>
                    <a:pt x="0" y="1542068"/>
                    <a:pt x="0" y="1218426"/>
                  </a:cubicBezTo>
                  <a:lnTo>
                    <a:pt x="0" y="1058531"/>
                  </a:lnTo>
                  <a:lnTo>
                    <a:pt x="0" y="848826"/>
                  </a:lnTo>
                  <a:lnTo>
                    <a:pt x="0" y="696534"/>
                  </a:lnTo>
                  <a:lnTo>
                    <a:pt x="0" y="422824"/>
                  </a:lnTo>
                  <a:lnTo>
                    <a:pt x="0" y="326934"/>
                  </a:lnTo>
                  <a:cubicBezTo>
                    <a:pt x="0" y="205568"/>
                    <a:pt x="12912" y="106934"/>
                    <a:pt x="39705" y="23601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1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DA0863A-55F7-4EB0-9451-F3EE4D65DB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597154" y="1907348"/>
              <a:ext cx="1594846" cy="3044131"/>
            </a:xfrm>
            <a:custGeom>
              <a:avLst/>
              <a:gdLst>
                <a:gd name="connsiteX0" fmla="*/ 1126749 w 1594846"/>
                <a:gd name="connsiteY0" fmla="*/ 0 h 3044131"/>
                <a:gd name="connsiteX1" fmla="*/ 1225438 w 1594846"/>
                <a:gd name="connsiteY1" fmla="*/ 86525 h 3044131"/>
                <a:gd name="connsiteX2" fmla="*/ 1413279 w 1594846"/>
                <a:gd name="connsiteY2" fmla="*/ 205892 h 3044131"/>
                <a:gd name="connsiteX3" fmla="*/ 1594846 w 1594846"/>
                <a:gd name="connsiteY3" fmla="*/ 289191 h 3044131"/>
                <a:gd name="connsiteX4" fmla="*/ 1594846 w 1594846"/>
                <a:gd name="connsiteY4" fmla="*/ 2754939 h 3044131"/>
                <a:gd name="connsiteX5" fmla="*/ 1413277 w 1594846"/>
                <a:gd name="connsiteY5" fmla="*/ 2838239 h 3044131"/>
                <a:gd name="connsiteX6" fmla="*/ 1225436 w 1594846"/>
                <a:gd name="connsiteY6" fmla="*/ 2957606 h 3044131"/>
                <a:gd name="connsiteX7" fmla="*/ 1123061 w 1594846"/>
                <a:gd name="connsiteY7" fmla="*/ 3044131 h 3044131"/>
                <a:gd name="connsiteX8" fmla="*/ 1024372 w 1594846"/>
                <a:gd name="connsiteY8" fmla="*/ 2957606 h 3044131"/>
                <a:gd name="connsiteX9" fmla="*/ 293828 w 1594846"/>
                <a:gd name="connsiteY9" fmla="*/ 2594699 h 3044131"/>
                <a:gd name="connsiteX10" fmla="*/ 0 w 1594846"/>
                <a:gd name="connsiteY10" fmla="*/ 1967812 h 3044131"/>
                <a:gd name="connsiteX11" fmla="*/ 0 w 1594846"/>
                <a:gd name="connsiteY11" fmla="*/ 1807917 h 3044131"/>
                <a:gd name="connsiteX12" fmla="*/ 0 w 1594846"/>
                <a:gd name="connsiteY12" fmla="*/ 1598212 h 3044131"/>
                <a:gd name="connsiteX13" fmla="*/ 0 w 1594846"/>
                <a:gd name="connsiteY13" fmla="*/ 1445920 h 3044131"/>
                <a:gd name="connsiteX14" fmla="*/ 0 w 1594846"/>
                <a:gd name="connsiteY14" fmla="*/ 1172210 h 3044131"/>
                <a:gd name="connsiteX15" fmla="*/ 0 w 1594846"/>
                <a:gd name="connsiteY15" fmla="*/ 1076320 h 3044131"/>
                <a:gd name="connsiteX16" fmla="*/ 293829 w 1594846"/>
                <a:gd name="connsiteY16" fmla="*/ 449433 h 3044131"/>
                <a:gd name="connsiteX17" fmla="*/ 1024374 w 1594846"/>
                <a:gd name="connsiteY17" fmla="*/ 86525 h 304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94846" h="3044131">
                  <a:moveTo>
                    <a:pt x="1126749" y="0"/>
                  </a:moveTo>
                  <a:lnTo>
                    <a:pt x="1225438" y="86525"/>
                  </a:lnTo>
                  <a:cubicBezTo>
                    <a:pt x="1286615" y="133801"/>
                    <a:pt x="1349732" y="172514"/>
                    <a:pt x="1413279" y="205892"/>
                  </a:cubicBezTo>
                  <a:lnTo>
                    <a:pt x="1594846" y="289191"/>
                  </a:lnTo>
                  <a:lnTo>
                    <a:pt x="1594846" y="2754939"/>
                  </a:lnTo>
                  <a:lnTo>
                    <a:pt x="1413277" y="2838239"/>
                  </a:lnTo>
                  <a:cubicBezTo>
                    <a:pt x="1349730" y="2871617"/>
                    <a:pt x="1286613" y="2910330"/>
                    <a:pt x="1225436" y="2957606"/>
                  </a:cubicBezTo>
                  <a:lnTo>
                    <a:pt x="1123061" y="3044131"/>
                  </a:lnTo>
                  <a:lnTo>
                    <a:pt x="1024372" y="2957606"/>
                  </a:lnTo>
                  <a:cubicBezTo>
                    <a:pt x="779664" y="2768501"/>
                    <a:pt x="503910" y="2716412"/>
                    <a:pt x="293828" y="2594699"/>
                  </a:cubicBezTo>
                  <a:cubicBezTo>
                    <a:pt x="91820" y="2453447"/>
                    <a:pt x="0" y="2291454"/>
                    <a:pt x="0" y="1967812"/>
                  </a:cubicBezTo>
                  <a:lnTo>
                    <a:pt x="0" y="1807917"/>
                  </a:lnTo>
                  <a:lnTo>
                    <a:pt x="0" y="1598212"/>
                  </a:lnTo>
                  <a:lnTo>
                    <a:pt x="0" y="1445920"/>
                  </a:lnTo>
                  <a:lnTo>
                    <a:pt x="0" y="1172210"/>
                  </a:lnTo>
                  <a:lnTo>
                    <a:pt x="0" y="1076320"/>
                  </a:lnTo>
                  <a:cubicBezTo>
                    <a:pt x="0" y="752678"/>
                    <a:pt x="91821" y="590684"/>
                    <a:pt x="293829" y="449433"/>
                  </a:cubicBezTo>
                  <a:cubicBezTo>
                    <a:pt x="503912" y="327719"/>
                    <a:pt x="779665" y="275630"/>
                    <a:pt x="1024374" y="86525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FE7CFE2-40F6-44B2-8AAD-0C384EEFCF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265700" y="7622"/>
              <a:ext cx="2372219" cy="2371961"/>
            </a:xfrm>
            <a:custGeom>
              <a:avLst/>
              <a:gdLst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3723546 w 4282900"/>
                <a:gd name="connsiteY2" fmla="*/ 855573 h 5795027"/>
                <a:gd name="connsiteX3" fmla="*/ 4282900 w 4282900"/>
                <a:gd name="connsiteY3" fmla="*/ 2048959 h 5795027"/>
                <a:gd name="connsiteX4" fmla="*/ 4282900 w 4282900"/>
                <a:gd name="connsiteY4" fmla="*/ 2231503 h 5795027"/>
                <a:gd name="connsiteX5" fmla="*/ 4282900 w 4282900"/>
                <a:gd name="connsiteY5" fmla="*/ 2752557 h 5795027"/>
                <a:gd name="connsiteX6" fmla="*/ 4282900 w 4282900"/>
                <a:gd name="connsiteY6" fmla="*/ 3042471 h 5795027"/>
                <a:gd name="connsiteX7" fmla="*/ 4282900 w 4282900"/>
                <a:gd name="connsiteY7" fmla="*/ 3441681 h 5795027"/>
                <a:gd name="connsiteX8" fmla="*/ 4282900 w 4282900"/>
                <a:gd name="connsiteY8" fmla="*/ 3746068 h 5795027"/>
                <a:gd name="connsiteX9" fmla="*/ 3723546 w 4282900"/>
                <a:gd name="connsiteY9" fmla="*/ 4939455 h 5795027"/>
                <a:gd name="connsiteX10" fmla="*/ 2332829 w 4282900"/>
                <a:gd name="connsiteY10" fmla="*/ 5630311 h 5795027"/>
                <a:gd name="connsiteX11" fmla="*/ 2137940 w 4282900"/>
                <a:gd name="connsiteY11" fmla="*/ 5795027 h 5795027"/>
                <a:gd name="connsiteX12" fmla="*/ 1950069 w 4282900"/>
                <a:gd name="connsiteY12" fmla="*/ 5630311 h 5795027"/>
                <a:gd name="connsiteX13" fmla="*/ 559353 w 4282900"/>
                <a:gd name="connsiteY13" fmla="*/ 4939455 h 5795027"/>
                <a:gd name="connsiteX14" fmla="*/ 0 w 4282900"/>
                <a:gd name="connsiteY14" fmla="*/ 3746068 h 5795027"/>
                <a:gd name="connsiteX15" fmla="*/ 0 w 4282900"/>
                <a:gd name="connsiteY15" fmla="*/ 3441681 h 5795027"/>
                <a:gd name="connsiteX16" fmla="*/ 0 w 4282900"/>
                <a:gd name="connsiteY16" fmla="*/ 3042471 h 5795027"/>
                <a:gd name="connsiteX17" fmla="*/ 0 w 4282900"/>
                <a:gd name="connsiteY17" fmla="*/ 2752557 h 5795027"/>
                <a:gd name="connsiteX18" fmla="*/ 0 w 4282900"/>
                <a:gd name="connsiteY18" fmla="*/ 2231503 h 5795027"/>
                <a:gd name="connsiteX19" fmla="*/ 0 w 4282900"/>
                <a:gd name="connsiteY19" fmla="*/ 2048959 h 5795027"/>
                <a:gd name="connsiteX20" fmla="*/ 559354 w 4282900"/>
                <a:gd name="connsiteY20" fmla="*/ 855573 h 5795027"/>
                <a:gd name="connsiteX21" fmla="*/ 1950071 w 4282900"/>
                <a:gd name="connsiteY21" fmla="*/ 164715 h 5795027"/>
                <a:gd name="connsiteX0" fmla="*/ 4282900 w 4447989"/>
                <a:gd name="connsiteY0" fmla="*/ 2048959 h 5795027"/>
                <a:gd name="connsiteX1" fmla="*/ 4282900 w 4447989"/>
                <a:gd name="connsiteY1" fmla="*/ 2231503 h 5795027"/>
                <a:gd name="connsiteX2" fmla="*/ 4282900 w 4447989"/>
                <a:gd name="connsiteY2" fmla="*/ 2752557 h 5795027"/>
                <a:gd name="connsiteX3" fmla="*/ 4282900 w 4447989"/>
                <a:gd name="connsiteY3" fmla="*/ 3042471 h 5795027"/>
                <a:gd name="connsiteX4" fmla="*/ 4282900 w 4447989"/>
                <a:gd name="connsiteY4" fmla="*/ 3441681 h 5795027"/>
                <a:gd name="connsiteX5" fmla="*/ 4282900 w 4447989"/>
                <a:gd name="connsiteY5" fmla="*/ 3746068 h 5795027"/>
                <a:gd name="connsiteX6" fmla="*/ 3723546 w 4447989"/>
                <a:gd name="connsiteY6" fmla="*/ 4939455 h 5795027"/>
                <a:gd name="connsiteX7" fmla="*/ 2332829 w 4447989"/>
                <a:gd name="connsiteY7" fmla="*/ 5630311 h 5795027"/>
                <a:gd name="connsiteX8" fmla="*/ 2137940 w 4447989"/>
                <a:gd name="connsiteY8" fmla="*/ 5795027 h 5795027"/>
                <a:gd name="connsiteX9" fmla="*/ 1950069 w 4447989"/>
                <a:gd name="connsiteY9" fmla="*/ 5630311 h 5795027"/>
                <a:gd name="connsiteX10" fmla="*/ 559353 w 4447989"/>
                <a:gd name="connsiteY10" fmla="*/ 4939455 h 5795027"/>
                <a:gd name="connsiteX11" fmla="*/ 0 w 4447989"/>
                <a:gd name="connsiteY11" fmla="*/ 3746068 h 5795027"/>
                <a:gd name="connsiteX12" fmla="*/ 0 w 4447989"/>
                <a:gd name="connsiteY12" fmla="*/ 3441681 h 5795027"/>
                <a:gd name="connsiteX13" fmla="*/ 0 w 4447989"/>
                <a:gd name="connsiteY13" fmla="*/ 3042471 h 5795027"/>
                <a:gd name="connsiteX14" fmla="*/ 0 w 4447989"/>
                <a:gd name="connsiteY14" fmla="*/ 2752557 h 5795027"/>
                <a:gd name="connsiteX15" fmla="*/ 0 w 4447989"/>
                <a:gd name="connsiteY15" fmla="*/ 2231503 h 5795027"/>
                <a:gd name="connsiteX16" fmla="*/ 0 w 4447989"/>
                <a:gd name="connsiteY16" fmla="*/ 2048959 h 5795027"/>
                <a:gd name="connsiteX17" fmla="*/ 559354 w 4447989"/>
                <a:gd name="connsiteY17" fmla="*/ 855573 h 5795027"/>
                <a:gd name="connsiteX18" fmla="*/ 1950071 w 4447989"/>
                <a:gd name="connsiteY18" fmla="*/ 164715 h 5795027"/>
                <a:gd name="connsiteX19" fmla="*/ 2144960 w 4447989"/>
                <a:gd name="connsiteY19" fmla="*/ 0 h 5795027"/>
                <a:gd name="connsiteX20" fmla="*/ 2332832 w 4447989"/>
                <a:gd name="connsiteY20" fmla="*/ 164715 h 5795027"/>
                <a:gd name="connsiteX21" fmla="*/ 3723546 w 4447989"/>
                <a:gd name="connsiteY21" fmla="*/ 855573 h 5795027"/>
                <a:gd name="connsiteX22" fmla="*/ 4447989 w 4447989"/>
                <a:gd name="connsiteY22" fmla="*/ 2214048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48071 w 4282900"/>
                <a:gd name="connsiteY0" fmla="*/ 1519558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48071 w 4292243"/>
                <a:gd name="connsiteY0" fmla="*/ 1519558 h 5795027"/>
                <a:gd name="connsiteX1" fmla="*/ 4282900 w 4292243"/>
                <a:gd name="connsiteY1" fmla="*/ 2231503 h 5795027"/>
                <a:gd name="connsiteX2" fmla="*/ 4282900 w 4292243"/>
                <a:gd name="connsiteY2" fmla="*/ 2752557 h 5795027"/>
                <a:gd name="connsiteX3" fmla="*/ 4282900 w 4292243"/>
                <a:gd name="connsiteY3" fmla="*/ 3042471 h 5795027"/>
                <a:gd name="connsiteX4" fmla="*/ 4282900 w 4292243"/>
                <a:gd name="connsiteY4" fmla="*/ 3441681 h 5795027"/>
                <a:gd name="connsiteX5" fmla="*/ 4282900 w 4292243"/>
                <a:gd name="connsiteY5" fmla="*/ 3746068 h 5795027"/>
                <a:gd name="connsiteX6" fmla="*/ 3723546 w 4292243"/>
                <a:gd name="connsiteY6" fmla="*/ 4939455 h 5795027"/>
                <a:gd name="connsiteX7" fmla="*/ 2332829 w 4292243"/>
                <a:gd name="connsiteY7" fmla="*/ 5630311 h 5795027"/>
                <a:gd name="connsiteX8" fmla="*/ 2137940 w 4292243"/>
                <a:gd name="connsiteY8" fmla="*/ 5795027 h 5795027"/>
                <a:gd name="connsiteX9" fmla="*/ 1950069 w 4292243"/>
                <a:gd name="connsiteY9" fmla="*/ 5630311 h 5795027"/>
                <a:gd name="connsiteX10" fmla="*/ 559353 w 4292243"/>
                <a:gd name="connsiteY10" fmla="*/ 4939455 h 5795027"/>
                <a:gd name="connsiteX11" fmla="*/ 0 w 4292243"/>
                <a:gd name="connsiteY11" fmla="*/ 3746068 h 5795027"/>
                <a:gd name="connsiteX12" fmla="*/ 0 w 4292243"/>
                <a:gd name="connsiteY12" fmla="*/ 3441681 h 5795027"/>
                <a:gd name="connsiteX13" fmla="*/ 0 w 4292243"/>
                <a:gd name="connsiteY13" fmla="*/ 3042471 h 5795027"/>
                <a:gd name="connsiteX14" fmla="*/ 0 w 4292243"/>
                <a:gd name="connsiteY14" fmla="*/ 2752557 h 5795027"/>
                <a:gd name="connsiteX15" fmla="*/ 0 w 4292243"/>
                <a:gd name="connsiteY15" fmla="*/ 2231503 h 5795027"/>
                <a:gd name="connsiteX16" fmla="*/ 0 w 4292243"/>
                <a:gd name="connsiteY16" fmla="*/ 2048959 h 5795027"/>
                <a:gd name="connsiteX17" fmla="*/ 559354 w 4292243"/>
                <a:gd name="connsiteY17" fmla="*/ 855573 h 5795027"/>
                <a:gd name="connsiteX18" fmla="*/ 1950071 w 4292243"/>
                <a:gd name="connsiteY18" fmla="*/ 164715 h 5795027"/>
                <a:gd name="connsiteX19" fmla="*/ 2144960 w 4292243"/>
                <a:gd name="connsiteY19" fmla="*/ 0 h 5795027"/>
                <a:gd name="connsiteX20" fmla="*/ 2332832 w 4292243"/>
                <a:gd name="connsiteY20" fmla="*/ 164715 h 5795027"/>
                <a:gd name="connsiteX21" fmla="*/ 3723546 w 4292243"/>
                <a:gd name="connsiteY21" fmla="*/ 855573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2144960 w 4282900"/>
                <a:gd name="connsiteY18" fmla="*/ 0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64279 w 4282900"/>
                <a:gd name="connsiteY17" fmla="*/ 1516418 h 5795027"/>
                <a:gd name="connsiteX18" fmla="*/ 559354 w 4282900"/>
                <a:gd name="connsiteY18" fmla="*/ 855573 h 5795027"/>
                <a:gd name="connsiteX19" fmla="*/ 2144960 w 4282900"/>
                <a:gd name="connsiteY19" fmla="*/ 0 h 5795027"/>
                <a:gd name="connsiteX0" fmla="*/ 4213242 w 4282900"/>
                <a:gd name="connsiteY0" fmla="*/ 657020 h 4939454"/>
                <a:gd name="connsiteX1" fmla="*/ 4282900 w 4282900"/>
                <a:gd name="connsiteY1" fmla="*/ 1375930 h 4939454"/>
                <a:gd name="connsiteX2" fmla="*/ 4282900 w 4282900"/>
                <a:gd name="connsiteY2" fmla="*/ 1896984 h 4939454"/>
                <a:gd name="connsiteX3" fmla="*/ 4282900 w 4282900"/>
                <a:gd name="connsiteY3" fmla="*/ 2186898 h 4939454"/>
                <a:gd name="connsiteX4" fmla="*/ 4282900 w 4282900"/>
                <a:gd name="connsiteY4" fmla="*/ 2586108 h 4939454"/>
                <a:gd name="connsiteX5" fmla="*/ 4282900 w 4282900"/>
                <a:gd name="connsiteY5" fmla="*/ 2890495 h 4939454"/>
                <a:gd name="connsiteX6" fmla="*/ 3723546 w 4282900"/>
                <a:gd name="connsiteY6" fmla="*/ 4083882 h 4939454"/>
                <a:gd name="connsiteX7" fmla="*/ 2332829 w 4282900"/>
                <a:gd name="connsiteY7" fmla="*/ 4774738 h 4939454"/>
                <a:gd name="connsiteX8" fmla="*/ 2137940 w 4282900"/>
                <a:gd name="connsiteY8" fmla="*/ 4939454 h 4939454"/>
                <a:gd name="connsiteX9" fmla="*/ 1950069 w 4282900"/>
                <a:gd name="connsiteY9" fmla="*/ 4774738 h 4939454"/>
                <a:gd name="connsiteX10" fmla="*/ 559353 w 4282900"/>
                <a:gd name="connsiteY10" fmla="*/ 4083882 h 4939454"/>
                <a:gd name="connsiteX11" fmla="*/ 0 w 4282900"/>
                <a:gd name="connsiteY11" fmla="*/ 2890495 h 4939454"/>
                <a:gd name="connsiteX12" fmla="*/ 0 w 4282900"/>
                <a:gd name="connsiteY12" fmla="*/ 2586108 h 4939454"/>
                <a:gd name="connsiteX13" fmla="*/ 0 w 4282900"/>
                <a:gd name="connsiteY13" fmla="*/ 2186898 h 4939454"/>
                <a:gd name="connsiteX14" fmla="*/ 0 w 4282900"/>
                <a:gd name="connsiteY14" fmla="*/ 1896984 h 4939454"/>
                <a:gd name="connsiteX15" fmla="*/ 0 w 4282900"/>
                <a:gd name="connsiteY15" fmla="*/ 1375930 h 4939454"/>
                <a:gd name="connsiteX16" fmla="*/ 0 w 4282900"/>
                <a:gd name="connsiteY16" fmla="*/ 1193386 h 4939454"/>
                <a:gd name="connsiteX17" fmla="*/ 64279 w 4282900"/>
                <a:gd name="connsiteY17" fmla="*/ 660845 h 4939454"/>
                <a:gd name="connsiteX18" fmla="*/ 559354 w 4282900"/>
                <a:gd name="connsiteY18" fmla="*/ 0 h 4939454"/>
                <a:gd name="connsiteX0" fmla="*/ 4213242 w 4282900"/>
                <a:gd name="connsiteY0" fmla="*/ 0 h 4282434"/>
                <a:gd name="connsiteX1" fmla="*/ 4282900 w 4282900"/>
                <a:gd name="connsiteY1" fmla="*/ 718910 h 4282434"/>
                <a:gd name="connsiteX2" fmla="*/ 4282900 w 4282900"/>
                <a:gd name="connsiteY2" fmla="*/ 1239964 h 4282434"/>
                <a:gd name="connsiteX3" fmla="*/ 4282900 w 4282900"/>
                <a:gd name="connsiteY3" fmla="*/ 1529878 h 4282434"/>
                <a:gd name="connsiteX4" fmla="*/ 4282900 w 4282900"/>
                <a:gd name="connsiteY4" fmla="*/ 1929088 h 4282434"/>
                <a:gd name="connsiteX5" fmla="*/ 4282900 w 4282900"/>
                <a:gd name="connsiteY5" fmla="*/ 2233475 h 4282434"/>
                <a:gd name="connsiteX6" fmla="*/ 3723546 w 4282900"/>
                <a:gd name="connsiteY6" fmla="*/ 3426862 h 4282434"/>
                <a:gd name="connsiteX7" fmla="*/ 2332829 w 4282900"/>
                <a:gd name="connsiteY7" fmla="*/ 4117718 h 4282434"/>
                <a:gd name="connsiteX8" fmla="*/ 2137940 w 4282900"/>
                <a:gd name="connsiteY8" fmla="*/ 4282434 h 4282434"/>
                <a:gd name="connsiteX9" fmla="*/ 1950069 w 4282900"/>
                <a:gd name="connsiteY9" fmla="*/ 4117718 h 4282434"/>
                <a:gd name="connsiteX10" fmla="*/ 559353 w 4282900"/>
                <a:gd name="connsiteY10" fmla="*/ 3426862 h 4282434"/>
                <a:gd name="connsiteX11" fmla="*/ 0 w 4282900"/>
                <a:gd name="connsiteY11" fmla="*/ 2233475 h 4282434"/>
                <a:gd name="connsiteX12" fmla="*/ 0 w 4282900"/>
                <a:gd name="connsiteY12" fmla="*/ 1929088 h 4282434"/>
                <a:gd name="connsiteX13" fmla="*/ 0 w 4282900"/>
                <a:gd name="connsiteY13" fmla="*/ 1529878 h 4282434"/>
                <a:gd name="connsiteX14" fmla="*/ 0 w 4282900"/>
                <a:gd name="connsiteY14" fmla="*/ 1239964 h 4282434"/>
                <a:gd name="connsiteX15" fmla="*/ 0 w 4282900"/>
                <a:gd name="connsiteY15" fmla="*/ 718910 h 4282434"/>
                <a:gd name="connsiteX16" fmla="*/ 0 w 4282900"/>
                <a:gd name="connsiteY16" fmla="*/ 536366 h 4282434"/>
                <a:gd name="connsiteX17" fmla="*/ 64279 w 4282900"/>
                <a:gd name="connsiteY17" fmla="*/ 3825 h 4282434"/>
                <a:gd name="connsiteX0" fmla="*/ 4213242 w 4282900"/>
                <a:gd name="connsiteY0" fmla="*/ 0 h 4282434"/>
                <a:gd name="connsiteX1" fmla="*/ 4282900 w 4282900"/>
                <a:gd name="connsiteY1" fmla="*/ 718910 h 4282434"/>
                <a:gd name="connsiteX2" fmla="*/ 4282900 w 4282900"/>
                <a:gd name="connsiteY2" fmla="*/ 1239964 h 4282434"/>
                <a:gd name="connsiteX3" fmla="*/ 4282900 w 4282900"/>
                <a:gd name="connsiteY3" fmla="*/ 1529878 h 4282434"/>
                <a:gd name="connsiteX4" fmla="*/ 4282900 w 4282900"/>
                <a:gd name="connsiteY4" fmla="*/ 1929088 h 4282434"/>
                <a:gd name="connsiteX5" fmla="*/ 4282900 w 4282900"/>
                <a:gd name="connsiteY5" fmla="*/ 2233475 h 4282434"/>
                <a:gd name="connsiteX6" fmla="*/ 3723546 w 4282900"/>
                <a:gd name="connsiteY6" fmla="*/ 3426862 h 4282434"/>
                <a:gd name="connsiteX7" fmla="*/ 2332829 w 4282900"/>
                <a:gd name="connsiteY7" fmla="*/ 4117718 h 4282434"/>
                <a:gd name="connsiteX8" fmla="*/ 2137940 w 4282900"/>
                <a:gd name="connsiteY8" fmla="*/ 4282434 h 4282434"/>
                <a:gd name="connsiteX9" fmla="*/ 1950069 w 4282900"/>
                <a:gd name="connsiteY9" fmla="*/ 4117718 h 4282434"/>
                <a:gd name="connsiteX10" fmla="*/ 559353 w 4282900"/>
                <a:gd name="connsiteY10" fmla="*/ 3426862 h 4282434"/>
                <a:gd name="connsiteX11" fmla="*/ 0 w 4282900"/>
                <a:gd name="connsiteY11" fmla="*/ 2233475 h 4282434"/>
                <a:gd name="connsiteX12" fmla="*/ 0 w 4282900"/>
                <a:gd name="connsiteY12" fmla="*/ 1929088 h 4282434"/>
                <a:gd name="connsiteX13" fmla="*/ 0 w 4282900"/>
                <a:gd name="connsiteY13" fmla="*/ 1529878 h 4282434"/>
                <a:gd name="connsiteX14" fmla="*/ 0 w 4282900"/>
                <a:gd name="connsiteY14" fmla="*/ 1239964 h 4282434"/>
                <a:gd name="connsiteX15" fmla="*/ 0 w 4282900"/>
                <a:gd name="connsiteY15" fmla="*/ 718910 h 4282434"/>
                <a:gd name="connsiteX16" fmla="*/ 0 w 4282900"/>
                <a:gd name="connsiteY16" fmla="*/ 536366 h 4282434"/>
                <a:gd name="connsiteX17" fmla="*/ 64279 w 4282900"/>
                <a:gd name="connsiteY17" fmla="*/ 3825 h 428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82900" h="4282434">
                  <a:moveTo>
                    <a:pt x="4213242" y="0"/>
                  </a:moveTo>
                  <a:cubicBezTo>
                    <a:pt x="4294511" y="306972"/>
                    <a:pt x="4271290" y="481595"/>
                    <a:pt x="4282900" y="718910"/>
                  </a:cubicBezTo>
                  <a:lnTo>
                    <a:pt x="4282900" y="1239964"/>
                  </a:lnTo>
                  <a:lnTo>
                    <a:pt x="4282900" y="1529878"/>
                  </a:lnTo>
                  <a:lnTo>
                    <a:pt x="4282900" y="1929088"/>
                  </a:lnTo>
                  <a:lnTo>
                    <a:pt x="4282900" y="2233475"/>
                  </a:lnTo>
                  <a:cubicBezTo>
                    <a:pt x="4282900" y="2849584"/>
                    <a:pt x="4108103" y="3157966"/>
                    <a:pt x="3723546" y="3426862"/>
                  </a:cubicBezTo>
                  <a:cubicBezTo>
                    <a:pt x="3323617" y="3658565"/>
                    <a:pt x="2798672" y="3757725"/>
                    <a:pt x="2332829" y="4117718"/>
                  </a:cubicBezTo>
                  <a:lnTo>
                    <a:pt x="2137940" y="4282434"/>
                  </a:lnTo>
                  <a:lnTo>
                    <a:pt x="1950069" y="4117718"/>
                  </a:lnTo>
                  <a:cubicBezTo>
                    <a:pt x="1484225" y="3757725"/>
                    <a:pt x="959280" y="3658565"/>
                    <a:pt x="559353" y="3426862"/>
                  </a:cubicBezTo>
                  <a:cubicBezTo>
                    <a:pt x="174796" y="3157966"/>
                    <a:pt x="0" y="2849584"/>
                    <a:pt x="0" y="2233475"/>
                  </a:cubicBezTo>
                  <a:lnTo>
                    <a:pt x="0" y="1929088"/>
                  </a:lnTo>
                  <a:lnTo>
                    <a:pt x="0" y="1529878"/>
                  </a:lnTo>
                  <a:lnTo>
                    <a:pt x="0" y="1239964"/>
                  </a:lnTo>
                  <a:lnTo>
                    <a:pt x="0" y="718910"/>
                  </a:lnTo>
                  <a:lnTo>
                    <a:pt x="0" y="536366"/>
                  </a:lnTo>
                  <a:cubicBezTo>
                    <a:pt x="10713" y="417185"/>
                    <a:pt x="19813" y="133066"/>
                    <a:pt x="64279" y="3825"/>
                  </a:cubicBezTo>
                </a:path>
              </a:pathLst>
            </a:custGeom>
            <a:noFill/>
            <a:ln w="25400" cap="rnd">
              <a:solidFill>
                <a:schemeClr val="bg2">
                  <a:lumMod val="75000"/>
                  <a:alpha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F0D6A17-AA80-4608-8660-8D1587A17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536649" y="1823190"/>
              <a:ext cx="1654608" cy="3209758"/>
            </a:xfrm>
            <a:custGeom>
              <a:avLst/>
              <a:gdLst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3723546 w 4282900"/>
                <a:gd name="connsiteY2" fmla="*/ 855573 h 5795027"/>
                <a:gd name="connsiteX3" fmla="*/ 4282900 w 4282900"/>
                <a:gd name="connsiteY3" fmla="*/ 2048959 h 5795027"/>
                <a:gd name="connsiteX4" fmla="*/ 4282900 w 4282900"/>
                <a:gd name="connsiteY4" fmla="*/ 2231503 h 5795027"/>
                <a:gd name="connsiteX5" fmla="*/ 4282900 w 4282900"/>
                <a:gd name="connsiteY5" fmla="*/ 2752557 h 5795027"/>
                <a:gd name="connsiteX6" fmla="*/ 4282900 w 4282900"/>
                <a:gd name="connsiteY6" fmla="*/ 3042471 h 5795027"/>
                <a:gd name="connsiteX7" fmla="*/ 4282900 w 4282900"/>
                <a:gd name="connsiteY7" fmla="*/ 3441681 h 5795027"/>
                <a:gd name="connsiteX8" fmla="*/ 4282900 w 4282900"/>
                <a:gd name="connsiteY8" fmla="*/ 3746068 h 5795027"/>
                <a:gd name="connsiteX9" fmla="*/ 3723546 w 4282900"/>
                <a:gd name="connsiteY9" fmla="*/ 4939455 h 5795027"/>
                <a:gd name="connsiteX10" fmla="*/ 2332829 w 4282900"/>
                <a:gd name="connsiteY10" fmla="*/ 5630311 h 5795027"/>
                <a:gd name="connsiteX11" fmla="*/ 2137940 w 4282900"/>
                <a:gd name="connsiteY11" fmla="*/ 5795027 h 5795027"/>
                <a:gd name="connsiteX12" fmla="*/ 1950069 w 4282900"/>
                <a:gd name="connsiteY12" fmla="*/ 5630311 h 5795027"/>
                <a:gd name="connsiteX13" fmla="*/ 559353 w 4282900"/>
                <a:gd name="connsiteY13" fmla="*/ 4939455 h 5795027"/>
                <a:gd name="connsiteX14" fmla="*/ 0 w 4282900"/>
                <a:gd name="connsiteY14" fmla="*/ 3746068 h 5795027"/>
                <a:gd name="connsiteX15" fmla="*/ 0 w 4282900"/>
                <a:gd name="connsiteY15" fmla="*/ 3441681 h 5795027"/>
                <a:gd name="connsiteX16" fmla="*/ 0 w 4282900"/>
                <a:gd name="connsiteY16" fmla="*/ 3042471 h 5795027"/>
                <a:gd name="connsiteX17" fmla="*/ 0 w 4282900"/>
                <a:gd name="connsiteY17" fmla="*/ 2752557 h 5795027"/>
                <a:gd name="connsiteX18" fmla="*/ 0 w 4282900"/>
                <a:gd name="connsiteY18" fmla="*/ 2231503 h 5795027"/>
                <a:gd name="connsiteX19" fmla="*/ 0 w 4282900"/>
                <a:gd name="connsiteY19" fmla="*/ 2048959 h 5795027"/>
                <a:gd name="connsiteX20" fmla="*/ 559354 w 4282900"/>
                <a:gd name="connsiteY20" fmla="*/ 855573 h 5795027"/>
                <a:gd name="connsiteX21" fmla="*/ 1950071 w 4282900"/>
                <a:gd name="connsiteY21" fmla="*/ 164715 h 5795027"/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2976290 w 4282900"/>
                <a:gd name="connsiteY2" fmla="*/ 524033 h 5795027"/>
                <a:gd name="connsiteX3" fmla="*/ 3723546 w 4282900"/>
                <a:gd name="connsiteY3" fmla="*/ 855573 h 5795027"/>
                <a:gd name="connsiteX4" fmla="*/ 4282900 w 4282900"/>
                <a:gd name="connsiteY4" fmla="*/ 2048959 h 5795027"/>
                <a:gd name="connsiteX5" fmla="*/ 4282900 w 4282900"/>
                <a:gd name="connsiteY5" fmla="*/ 2231503 h 5795027"/>
                <a:gd name="connsiteX6" fmla="*/ 4282900 w 4282900"/>
                <a:gd name="connsiteY6" fmla="*/ 2752557 h 5795027"/>
                <a:gd name="connsiteX7" fmla="*/ 4282900 w 4282900"/>
                <a:gd name="connsiteY7" fmla="*/ 3042471 h 5795027"/>
                <a:gd name="connsiteX8" fmla="*/ 4282900 w 4282900"/>
                <a:gd name="connsiteY8" fmla="*/ 3441681 h 5795027"/>
                <a:gd name="connsiteX9" fmla="*/ 4282900 w 4282900"/>
                <a:gd name="connsiteY9" fmla="*/ 3746068 h 5795027"/>
                <a:gd name="connsiteX10" fmla="*/ 3723546 w 4282900"/>
                <a:gd name="connsiteY10" fmla="*/ 4939455 h 5795027"/>
                <a:gd name="connsiteX11" fmla="*/ 2332829 w 4282900"/>
                <a:gd name="connsiteY11" fmla="*/ 5630311 h 5795027"/>
                <a:gd name="connsiteX12" fmla="*/ 2137940 w 4282900"/>
                <a:gd name="connsiteY12" fmla="*/ 5795027 h 5795027"/>
                <a:gd name="connsiteX13" fmla="*/ 1950069 w 4282900"/>
                <a:gd name="connsiteY13" fmla="*/ 5630311 h 5795027"/>
                <a:gd name="connsiteX14" fmla="*/ 559353 w 4282900"/>
                <a:gd name="connsiteY14" fmla="*/ 4939455 h 5795027"/>
                <a:gd name="connsiteX15" fmla="*/ 0 w 4282900"/>
                <a:gd name="connsiteY15" fmla="*/ 3746068 h 5795027"/>
                <a:gd name="connsiteX16" fmla="*/ 0 w 4282900"/>
                <a:gd name="connsiteY16" fmla="*/ 3441681 h 5795027"/>
                <a:gd name="connsiteX17" fmla="*/ 0 w 4282900"/>
                <a:gd name="connsiteY17" fmla="*/ 3042471 h 5795027"/>
                <a:gd name="connsiteX18" fmla="*/ 0 w 4282900"/>
                <a:gd name="connsiteY18" fmla="*/ 2752557 h 5795027"/>
                <a:gd name="connsiteX19" fmla="*/ 0 w 4282900"/>
                <a:gd name="connsiteY19" fmla="*/ 2231503 h 5795027"/>
                <a:gd name="connsiteX20" fmla="*/ 0 w 4282900"/>
                <a:gd name="connsiteY20" fmla="*/ 2048959 h 5795027"/>
                <a:gd name="connsiteX21" fmla="*/ 559354 w 4282900"/>
                <a:gd name="connsiteY21" fmla="*/ 855573 h 5795027"/>
                <a:gd name="connsiteX22" fmla="*/ 1950071 w 4282900"/>
                <a:gd name="connsiteY22" fmla="*/ 164715 h 5795027"/>
                <a:gd name="connsiteX23" fmla="*/ 2144960 w 4282900"/>
                <a:gd name="connsiteY23" fmla="*/ 0 h 5795027"/>
                <a:gd name="connsiteX0" fmla="*/ 3723546 w 4282900"/>
                <a:gd name="connsiteY0" fmla="*/ 855573 h 5795027"/>
                <a:gd name="connsiteX1" fmla="*/ 4282900 w 4282900"/>
                <a:gd name="connsiteY1" fmla="*/ 2048959 h 5795027"/>
                <a:gd name="connsiteX2" fmla="*/ 4282900 w 4282900"/>
                <a:gd name="connsiteY2" fmla="*/ 2231503 h 5795027"/>
                <a:gd name="connsiteX3" fmla="*/ 4282900 w 4282900"/>
                <a:gd name="connsiteY3" fmla="*/ 2752557 h 5795027"/>
                <a:gd name="connsiteX4" fmla="*/ 4282900 w 4282900"/>
                <a:gd name="connsiteY4" fmla="*/ 3042471 h 5795027"/>
                <a:gd name="connsiteX5" fmla="*/ 4282900 w 4282900"/>
                <a:gd name="connsiteY5" fmla="*/ 3441681 h 5795027"/>
                <a:gd name="connsiteX6" fmla="*/ 4282900 w 4282900"/>
                <a:gd name="connsiteY6" fmla="*/ 3746068 h 5795027"/>
                <a:gd name="connsiteX7" fmla="*/ 3723546 w 4282900"/>
                <a:gd name="connsiteY7" fmla="*/ 4939455 h 5795027"/>
                <a:gd name="connsiteX8" fmla="*/ 2332829 w 4282900"/>
                <a:gd name="connsiteY8" fmla="*/ 5630311 h 5795027"/>
                <a:gd name="connsiteX9" fmla="*/ 2137940 w 4282900"/>
                <a:gd name="connsiteY9" fmla="*/ 5795027 h 5795027"/>
                <a:gd name="connsiteX10" fmla="*/ 1950069 w 4282900"/>
                <a:gd name="connsiteY10" fmla="*/ 5630311 h 5795027"/>
                <a:gd name="connsiteX11" fmla="*/ 559353 w 4282900"/>
                <a:gd name="connsiteY11" fmla="*/ 4939455 h 5795027"/>
                <a:gd name="connsiteX12" fmla="*/ 0 w 4282900"/>
                <a:gd name="connsiteY12" fmla="*/ 3746068 h 5795027"/>
                <a:gd name="connsiteX13" fmla="*/ 0 w 4282900"/>
                <a:gd name="connsiteY13" fmla="*/ 3441681 h 5795027"/>
                <a:gd name="connsiteX14" fmla="*/ 0 w 4282900"/>
                <a:gd name="connsiteY14" fmla="*/ 3042471 h 5795027"/>
                <a:gd name="connsiteX15" fmla="*/ 0 w 4282900"/>
                <a:gd name="connsiteY15" fmla="*/ 2752557 h 5795027"/>
                <a:gd name="connsiteX16" fmla="*/ 0 w 4282900"/>
                <a:gd name="connsiteY16" fmla="*/ 2231503 h 5795027"/>
                <a:gd name="connsiteX17" fmla="*/ 0 w 4282900"/>
                <a:gd name="connsiteY17" fmla="*/ 2048959 h 5795027"/>
                <a:gd name="connsiteX18" fmla="*/ 559354 w 4282900"/>
                <a:gd name="connsiteY18" fmla="*/ 855573 h 5795027"/>
                <a:gd name="connsiteX19" fmla="*/ 1950071 w 4282900"/>
                <a:gd name="connsiteY19" fmla="*/ 164715 h 5795027"/>
                <a:gd name="connsiteX20" fmla="*/ 2144960 w 4282900"/>
                <a:gd name="connsiteY20" fmla="*/ 0 h 5795027"/>
                <a:gd name="connsiteX21" fmla="*/ 2332832 w 4282900"/>
                <a:gd name="connsiteY21" fmla="*/ 164715 h 5795027"/>
                <a:gd name="connsiteX22" fmla="*/ 2976290 w 4282900"/>
                <a:gd name="connsiteY22" fmla="*/ 524033 h 5795027"/>
                <a:gd name="connsiteX23" fmla="*/ 3888635 w 4282900"/>
                <a:gd name="connsiteY23" fmla="*/ 1020662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2976290 w 4282900"/>
                <a:gd name="connsiteY21" fmla="*/ 524033 h 5795027"/>
                <a:gd name="connsiteX22" fmla="*/ 3888635 w 4282900"/>
                <a:gd name="connsiteY22" fmla="*/ 1020662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2976290 w 4282900"/>
                <a:gd name="connsiteY21" fmla="*/ 524033 h 5795027"/>
                <a:gd name="connsiteX0" fmla="*/ 4282900 w 4282900"/>
                <a:gd name="connsiteY0" fmla="*/ 2231503 h 5795027"/>
                <a:gd name="connsiteX1" fmla="*/ 4282900 w 4282900"/>
                <a:gd name="connsiteY1" fmla="*/ 2752557 h 5795027"/>
                <a:gd name="connsiteX2" fmla="*/ 4282900 w 4282900"/>
                <a:gd name="connsiteY2" fmla="*/ 3042471 h 5795027"/>
                <a:gd name="connsiteX3" fmla="*/ 4282900 w 4282900"/>
                <a:gd name="connsiteY3" fmla="*/ 3441681 h 5795027"/>
                <a:gd name="connsiteX4" fmla="*/ 4282900 w 4282900"/>
                <a:gd name="connsiteY4" fmla="*/ 3746068 h 5795027"/>
                <a:gd name="connsiteX5" fmla="*/ 3723546 w 4282900"/>
                <a:gd name="connsiteY5" fmla="*/ 4939455 h 5795027"/>
                <a:gd name="connsiteX6" fmla="*/ 2332829 w 4282900"/>
                <a:gd name="connsiteY6" fmla="*/ 5630311 h 5795027"/>
                <a:gd name="connsiteX7" fmla="*/ 2137940 w 4282900"/>
                <a:gd name="connsiteY7" fmla="*/ 5795027 h 5795027"/>
                <a:gd name="connsiteX8" fmla="*/ 1950069 w 4282900"/>
                <a:gd name="connsiteY8" fmla="*/ 5630311 h 5795027"/>
                <a:gd name="connsiteX9" fmla="*/ 559353 w 4282900"/>
                <a:gd name="connsiteY9" fmla="*/ 4939455 h 5795027"/>
                <a:gd name="connsiteX10" fmla="*/ 0 w 4282900"/>
                <a:gd name="connsiteY10" fmla="*/ 3746068 h 5795027"/>
                <a:gd name="connsiteX11" fmla="*/ 0 w 4282900"/>
                <a:gd name="connsiteY11" fmla="*/ 3441681 h 5795027"/>
                <a:gd name="connsiteX12" fmla="*/ 0 w 4282900"/>
                <a:gd name="connsiteY12" fmla="*/ 3042471 h 5795027"/>
                <a:gd name="connsiteX13" fmla="*/ 0 w 4282900"/>
                <a:gd name="connsiteY13" fmla="*/ 2752557 h 5795027"/>
                <a:gd name="connsiteX14" fmla="*/ 0 w 4282900"/>
                <a:gd name="connsiteY14" fmla="*/ 2231503 h 5795027"/>
                <a:gd name="connsiteX15" fmla="*/ 0 w 4282900"/>
                <a:gd name="connsiteY15" fmla="*/ 2048959 h 5795027"/>
                <a:gd name="connsiteX16" fmla="*/ 559354 w 4282900"/>
                <a:gd name="connsiteY16" fmla="*/ 855573 h 5795027"/>
                <a:gd name="connsiteX17" fmla="*/ 1950071 w 4282900"/>
                <a:gd name="connsiteY17" fmla="*/ 164715 h 5795027"/>
                <a:gd name="connsiteX18" fmla="*/ 2144960 w 4282900"/>
                <a:gd name="connsiteY18" fmla="*/ 0 h 5795027"/>
                <a:gd name="connsiteX19" fmla="*/ 2332832 w 4282900"/>
                <a:gd name="connsiteY19" fmla="*/ 164715 h 5795027"/>
                <a:gd name="connsiteX20" fmla="*/ 2976290 w 4282900"/>
                <a:gd name="connsiteY20" fmla="*/ 524033 h 5795027"/>
                <a:gd name="connsiteX0" fmla="*/ 4282900 w 4282900"/>
                <a:gd name="connsiteY0" fmla="*/ 2752557 h 5795027"/>
                <a:gd name="connsiteX1" fmla="*/ 4282900 w 4282900"/>
                <a:gd name="connsiteY1" fmla="*/ 3042471 h 5795027"/>
                <a:gd name="connsiteX2" fmla="*/ 4282900 w 4282900"/>
                <a:gd name="connsiteY2" fmla="*/ 3441681 h 5795027"/>
                <a:gd name="connsiteX3" fmla="*/ 4282900 w 4282900"/>
                <a:gd name="connsiteY3" fmla="*/ 3746068 h 5795027"/>
                <a:gd name="connsiteX4" fmla="*/ 3723546 w 4282900"/>
                <a:gd name="connsiteY4" fmla="*/ 4939455 h 5795027"/>
                <a:gd name="connsiteX5" fmla="*/ 2332829 w 4282900"/>
                <a:gd name="connsiteY5" fmla="*/ 5630311 h 5795027"/>
                <a:gd name="connsiteX6" fmla="*/ 2137940 w 4282900"/>
                <a:gd name="connsiteY6" fmla="*/ 5795027 h 5795027"/>
                <a:gd name="connsiteX7" fmla="*/ 1950069 w 4282900"/>
                <a:gd name="connsiteY7" fmla="*/ 5630311 h 5795027"/>
                <a:gd name="connsiteX8" fmla="*/ 559353 w 4282900"/>
                <a:gd name="connsiteY8" fmla="*/ 4939455 h 5795027"/>
                <a:gd name="connsiteX9" fmla="*/ 0 w 4282900"/>
                <a:gd name="connsiteY9" fmla="*/ 3746068 h 5795027"/>
                <a:gd name="connsiteX10" fmla="*/ 0 w 4282900"/>
                <a:gd name="connsiteY10" fmla="*/ 3441681 h 5795027"/>
                <a:gd name="connsiteX11" fmla="*/ 0 w 4282900"/>
                <a:gd name="connsiteY11" fmla="*/ 3042471 h 5795027"/>
                <a:gd name="connsiteX12" fmla="*/ 0 w 4282900"/>
                <a:gd name="connsiteY12" fmla="*/ 2752557 h 5795027"/>
                <a:gd name="connsiteX13" fmla="*/ 0 w 4282900"/>
                <a:gd name="connsiteY13" fmla="*/ 2231503 h 5795027"/>
                <a:gd name="connsiteX14" fmla="*/ 0 w 4282900"/>
                <a:gd name="connsiteY14" fmla="*/ 2048959 h 5795027"/>
                <a:gd name="connsiteX15" fmla="*/ 559354 w 4282900"/>
                <a:gd name="connsiteY15" fmla="*/ 855573 h 5795027"/>
                <a:gd name="connsiteX16" fmla="*/ 1950071 w 4282900"/>
                <a:gd name="connsiteY16" fmla="*/ 164715 h 5795027"/>
                <a:gd name="connsiteX17" fmla="*/ 2144960 w 4282900"/>
                <a:gd name="connsiteY17" fmla="*/ 0 h 5795027"/>
                <a:gd name="connsiteX18" fmla="*/ 2332832 w 4282900"/>
                <a:gd name="connsiteY18" fmla="*/ 164715 h 5795027"/>
                <a:gd name="connsiteX19" fmla="*/ 2976290 w 4282900"/>
                <a:gd name="connsiteY19" fmla="*/ 524033 h 5795027"/>
                <a:gd name="connsiteX0" fmla="*/ 4282900 w 4282900"/>
                <a:gd name="connsiteY0" fmla="*/ 3042471 h 5795027"/>
                <a:gd name="connsiteX1" fmla="*/ 4282900 w 4282900"/>
                <a:gd name="connsiteY1" fmla="*/ 3441681 h 5795027"/>
                <a:gd name="connsiteX2" fmla="*/ 4282900 w 4282900"/>
                <a:gd name="connsiteY2" fmla="*/ 3746068 h 5795027"/>
                <a:gd name="connsiteX3" fmla="*/ 3723546 w 4282900"/>
                <a:gd name="connsiteY3" fmla="*/ 4939455 h 5795027"/>
                <a:gd name="connsiteX4" fmla="*/ 2332829 w 4282900"/>
                <a:gd name="connsiteY4" fmla="*/ 5630311 h 5795027"/>
                <a:gd name="connsiteX5" fmla="*/ 2137940 w 4282900"/>
                <a:gd name="connsiteY5" fmla="*/ 5795027 h 5795027"/>
                <a:gd name="connsiteX6" fmla="*/ 1950069 w 4282900"/>
                <a:gd name="connsiteY6" fmla="*/ 5630311 h 5795027"/>
                <a:gd name="connsiteX7" fmla="*/ 559353 w 4282900"/>
                <a:gd name="connsiteY7" fmla="*/ 4939455 h 5795027"/>
                <a:gd name="connsiteX8" fmla="*/ 0 w 4282900"/>
                <a:gd name="connsiteY8" fmla="*/ 3746068 h 5795027"/>
                <a:gd name="connsiteX9" fmla="*/ 0 w 4282900"/>
                <a:gd name="connsiteY9" fmla="*/ 3441681 h 5795027"/>
                <a:gd name="connsiteX10" fmla="*/ 0 w 4282900"/>
                <a:gd name="connsiteY10" fmla="*/ 3042471 h 5795027"/>
                <a:gd name="connsiteX11" fmla="*/ 0 w 4282900"/>
                <a:gd name="connsiteY11" fmla="*/ 2752557 h 5795027"/>
                <a:gd name="connsiteX12" fmla="*/ 0 w 4282900"/>
                <a:gd name="connsiteY12" fmla="*/ 2231503 h 5795027"/>
                <a:gd name="connsiteX13" fmla="*/ 0 w 4282900"/>
                <a:gd name="connsiteY13" fmla="*/ 2048959 h 5795027"/>
                <a:gd name="connsiteX14" fmla="*/ 559354 w 4282900"/>
                <a:gd name="connsiteY14" fmla="*/ 855573 h 5795027"/>
                <a:gd name="connsiteX15" fmla="*/ 1950071 w 4282900"/>
                <a:gd name="connsiteY15" fmla="*/ 164715 h 5795027"/>
                <a:gd name="connsiteX16" fmla="*/ 2144960 w 4282900"/>
                <a:gd name="connsiteY16" fmla="*/ 0 h 5795027"/>
                <a:gd name="connsiteX17" fmla="*/ 2332832 w 4282900"/>
                <a:gd name="connsiteY17" fmla="*/ 164715 h 5795027"/>
                <a:gd name="connsiteX18" fmla="*/ 2976290 w 4282900"/>
                <a:gd name="connsiteY18" fmla="*/ 524033 h 5795027"/>
                <a:gd name="connsiteX0" fmla="*/ 4282900 w 4282900"/>
                <a:gd name="connsiteY0" fmla="*/ 3441681 h 5795027"/>
                <a:gd name="connsiteX1" fmla="*/ 4282900 w 4282900"/>
                <a:gd name="connsiteY1" fmla="*/ 3746068 h 5795027"/>
                <a:gd name="connsiteX2" fmla="*/ 3723546 w 4282900"/>
                <a:gd name="connsiteY2" fmla="*/ 4939455 h 5795027"/>
                <a:gd name="connsiteX3" fmla="*/ 2332829 w 4282900"/>
                <a:gd name="connsiteY3" fmla="*/ 5630311 h 5795027"/>
                <a:gd name="connsiteX4" fmla="*/ 2137940 w 4282900"/>
                <a:gd name="connsiteY4" fmla="*/ 5795027 h 5795027"/>
                <a:gd name="connsiteX5" fmla="*/ 1950069 w 4282900"/>
                <a:gd name="connsiteY5" fmla="*/ 5630311 h 5795027"/>
                <a:gd name="connsiteX6" fmla="*/ 559353 w 4282900"/>
                <a:gd name="connsiteY6" fmla="*/ 4939455 h 5795027"/>
                <a:gd name="connsiteX7" fmla="*/ 0 w 4282900"/>
                <a:gd name="connsiteY7" fmla="*/ 3746068 h 5795027"/>
                <a:gd name="connsiteX8" fmla="*/ 0 w 4282900"/>
                <a:gd name="connsiteY8" fmla="*/ 3441681 h 5795027"/>
                <a:gd name="connsiteX9" fmla="*/ 0 w 4282900"/>
                <a:gd name="connsiteY9" fmla="*/ 3042471 h 5795027"/>
                <a:gd name="connsiteX10" fmla="*/ 0 w 4282900"/>
                <a:gd name="connsiteY10" fmla="*/ 2752557 h 5795027"/>
                <a:gd name="connsiteX11" fmla="*/ 0 w 4282900"/>
                <a:gd name="connsiteY11" fmla="*/ 2231503 h 5795027"/>
                <a:gd name="connsiteX12" fmla="*/ 0 w 4282900"/>
                <a:gd name="connsiteY12" fmla="*/ 2048959 h 5795027"/>
                <a:gd name="connsiteX13" fmla="*/ 559354 w 4282900"/>
                <a:gd name="connsiteY13" fmla="*/ 855573 h 5795027"/>
                <a:gd name="connsiteX14" fmla="*/ 1950071 w 4282900"/>
                <a:gd name="connsiteY14" fmla="*/ 164715 h 5795027"/>
                <a:gd name="connsiteX15" fmla="*/ 2144960 w 4282900"/>
                <a:gd name="connsiteY15" fmla="*/ 0 h 5795027"/>
                <a:gd name="connsiteX16" fmla="*/ 2332832 w 4282900"/>
                <a:gd name="connsiteY16" fmla="*/ 164715 h 5795027"/>
                <a:gd name="connsiteX17" fmla="*/ 2976290 w 4282900"/>
                <a:gd name="connsiteY17" fmla="*/ 524033 h 5795027"/>
                <a:gd name="connsiteX0" fmla="*/ 4282900 w 4282900"/>
                <a:gd name="connsiteY0" fmla="*/ 3441681 h 5795027"/>
                <a:gd name="connsiteX1" fmla="*/ 3723546 w 4282900"/>
                <a:gd name="connsiteY1" fmla="*/ 4939455 h 5795027"/>
                <a:gd name="connsiteX2" fmla="*/ 2332829 w 4282900"/>
                <a:gd name="connsiteY2" fmla="*/ 5630311 h 5795027"/>
                <a:gd name="connsiteX3" fmla="*/ 2137940 w 4282900"/>
                <a:gd name="connsiteY3" fmla="*/ 5795027 h 5795027"/>
                <a:gd name="connsiteX4" fmla="*/ 1950069 w 4282900"/>
                <a:gd name="connsiteY4" fmla="*/ 5630311 h 5795027"/>
                <a:gd name="connsiteX5" fmla="*/ 559353 w 4282900"/>
                <a:gd name="connsiteY5" fmla="*/ 4939455 h 5795027"/>
                <a:gd name="connsiteX6" fmla="*/ 0 w 4282900"/>
                <a:gd name="connsiteY6" fmla="*/ 3746068 h 5795027"/>
                <a:gd name="connsiteX7" fmla="*/ 0 w 4282900"/>
                <a:gd name="connsiteY7" fmla="*/ 3441681 h 5795027"/>
                <a:gd name="connsiteX8" fmla="*/ 0 w 4282900"/>
                <a:gd name="connsiteY8" fmla="*/ 3042471 h 5795027"/>
                <a:gd name="connsiteX9" fmla="*/ 0 w 4282900"/>
                <a:gd name="connsiteY9" fmla="*/ 2752557 h 5795027"/>
                <a:gd name="connsiteX10" fmla="*/ 0 w 4282900"/>
                <a:gd name="connsiteY10" fmla="*/ 2231503 h 5795027"/>
                <a:gd name="connsiteX11" fmla="*/ 0 w 4282900"/>
                <a:gd name="connsiteY11" fmla="*/ 2048959 h 5795027"/>
                <a:gd name="connsiteX12" fmla="*/ 559354 w 4282900"/>
                <a:gd name="connsiteY12" fmla="*/ 855573 h 5795027"/>
                <a:gd name="connsiteX13" fmla="*/ 1950071 w 4282900"/>
                <a:gd name="connsiteY13" fmla="*/ 164715 h 5795027"/>
                <a:gd name="connsiteX14" fmla="*/ 2144960 w 4282900"/>
                <a:gd name="connsiteY14" fmla="*/ 0 h 5795027"/>
                <a:gd name="connsiteX15" fmla="*/ 2332832 w 4282900"/>
                <a:gd name="connsiteY15" fmla="*/ 164715 h 5795027"/>
                <a:gd name="connsiteX16" fmla="*/ 2976290 w 4282900"/>
                <a:gd name="connsiteY16" fmla="*/ 524033 h 5795027"/>
                <a:gd name="connsiteX0" fmla="*/ 3723546 w 3723546"/>
                <a:gd name="connsiteY0" fmla="*/ 4939455 h 5795027"/>
                <a:gd name="connsiteX1" fmla="*/ 2332829 w 3723546"/>
                <a:gd name="connsiteY1" fmla="*/ 5630311 h 5795027"/>
                <a:gd name="connsiteX2" fmla="*/ 2137940 w 3723546"/>
                <a:gd name="connsiteY2" fmla="*/ 5795027 h 5795027"/>
                <a:gd name="connsiteX3" fmla="*/ 1950069 w 3723546"/>
                <a:gd name="connsiteY3" fmla="*/ 5630311 h 5795027"/>
                <a:gd name="connsiteX4" fmla="*/ 559353 w 3723546"/>
                <a:gd name="connsiteY4" fmla="*/ 4939455 h 5795027"/>
                <a:gd name="connsiteX5" fmla="*/ 0 w 3723546"/>
                <a:gd name="connsiteY5" fmla="*/ 3746068 h 5795027"/>
                <a:gd name="connsiteX6" fmla="*/ 0 w 3723546"/>
                <a:gd name="connsiteY6" fmla="*/ 3441681 h 5795027"/>
                <a:gd name="connsiteX7" fmla="*/ 0 w 3723546"/>
                <a:gd name="connsiteY7" fmla="*/ 3042471 h 5795027"/>
                <a:gd name="connsiteX8" fmla="*/ 0 w 3723546"/>
                <a:gd name="connsiteY8" fmla="*/ 2752557 h 5795027"/>
                <a:gd name="connsiteX9" fmla="*/ 0 w 3723546"/>
                <a:gd name="connsiteY9" fmla="*/ 2231503 h 5795027"/>
                <a:gd name="connsiteX10" fmla="*/ 0 w 3723546"/>
                <a:gd name="connsiteY10" fmla="*/ 2048959 h 5795027"/>
                <a:gd name="connsiteX11" fmla="*/ 559354 w 3723546"/>
                <a:gd name="connsiteY11" fmla="*/ 855573 h 5795027"/>
                <a:gd name="connsiteX12" fmla="*/ 1950071 w 3723546"/>
                <a:gd name="connsiteY12" fmla="*/ 164715 h 5795027"/>
                <a:gd name="connsiteX13" fmla="*/ 2144960 w 3723546"/>
                <a:gd name="connsiteY13" fmla="*/ 0 h 5795027"/>
                <a:gd name="connsiteX14" fmla="*/ 2332832 w 3723546"/>
                <a:gd name="connsiteY14" fmla="*/ 164715 h 5795027"/>
                <a:gd name="connsiteX15" fmla="*/ 2976290 w 3723546"/>
                <a:gd name="connsiteY15" fmla="*/ 524033 h 5795027"/>
                <a:gd name="connsiteX0" fmla="*/ 3723546 w 3723546"/>
                <a:gd name="connsiteY0" fmla="*/ 4939455 h 5795027"/>
                <a:gd name="connsiteX1" fmla="*/ 2989878 w 3723546"/>
                <a:gd name="connsiteY1" fmla="*/ 5266109 h 5795027"/>
                <a:gd name="connsiteX2" fmla="*/ 2332829 w 3723546"/>
                <a:gd name="connsiteY2" fmla="*/ 5630311 h 5795027"/>
                <a:gd name="connsiteX3" fmla="*/ 2137940 w 3723546"/>
                <a:gd name="connsiteY3" fmla="*/ 5795027 h 5795027"/>
                <a:gd name="connsiteX4" fmla="*/ 1950069 w 3723546"/>
                <a:gd name="connsiteY4" fmla="*/ 5630311 h 5795027"/>
                <a:gd name="connsiteX5" fmla="*/ 559353 w 3723546"/>
                <a:gd name="connsiteY5" fmla="*/ 4939455 h 5795027"/>
                <a:gd name="connsiteX6" fmla="*/ 0 w 3723546"/>
                <a:gd name="connsiteY6" fmla="*/ 3746068 h 5795027"/>
                <a:gd name="connsiteX7" fmla="*/ 0 w 3723546"/>
                <a:gd name="connsiteY7" fmla="*/ 3441681 h 5795027"/>
                <a:gd name="connsiteX8" fmla="*/ 0 w 3723546"/>
                <a:gd name="connsiteY8" fmla="*/ 3042471 h 5795027"/>
                <a:gd name="connsiteX9" fmla="*/ 0 w 3723546"/>
                <a:gd name="connsiteY9" fmla="*/ 2752557 h 5795027"/>
                <a:gd name="connsiteX10" fmla="*/ 0 w 3723546"/>
                <a:gd name="connsiteY10" fmla="*/ 2231503 h 5795027"/>
                <a:gd name="connsiteX11" fmla="*/ 0 w 3723546"/>
                <a:gd name="connsiteY11" fmla="*/ 2048959 h 5795027"/>
                <a:gd name="connsiteX12" fmla="*/ 559354 w 3723546"/>
                <a:gd name="connsiteY12" fmla="*/ 855573 h 5795027"/>
                <a:gd name="connsiteX13" fmla="*/ 1950071 w 3723546"/>
                <a:gd name="connsiteY13" fmla="*/ 164715 h 5795027"/>
                <a:gd name="connsiteX14" fmla="*/ 2144960 w 3723546"/>
                <a:gd name="connsiteY14" fmla="*/ 0 h 5795027"/>
                <a:gd name="connsiteX15" fmla="*/ 2332832 w 3723546"/>
                <a:gd name="connsiteY15" fmla="*/ 164715 h 5795027"/>
                <a:gd name="connsiteX16" fmla="*/ 2976290 w 3723546"/>
                <a:gd name="connsiteY16" fmla="*/ 524033 h 5795027"/>
                <a:gd name="connsiteX0" fmla="*/ 2989878 w 2989878"/>
                <a:gd name="connsiteY0" fmla="*/ 5266109 h 5795027"/>
                <a:gd name="connsiteX1" fmla="*/ 2332829 w 2989878"/>
                <a:gd name="connsiteY1" fmla="*/ 5630311 h 5795027"/>
                <a:gd name="connsiteX2" fmla="*/ 2137940 w 2989878"/>
                <a:gd name="connsiteY2" fmla="*/ 5795027 h 5795027"/>
                <a:gd name="connsiteX3" fmla="*/ 1950069 w 2989878"/>
                <a:gd name="connsiteY3" fmla="*/ 5630311 h 5795027"/>
                <a:gd name="connsiteX4" fmla="*/ 559353 w 2989878"/>
                <a:gd name="connsiteY4" fmla="*/ 4939455 h 5795027"/>
                <a:gd name="connsiteX5" fmla="*/ 0 w 2989878"/>
                <a:gd name="connsiteY5" fmla="*/ 3746068 h 5795027"/>
                <a:gd name="connsiteX6" fmla="*/ 0 w 2989878"/>
                <a:gd name="connsiteY6" fmla="*/ 3441681 h 5795027"/>
                <a:gd name="connsiteX7" fmla="*/ 0 w 2989878"/>
                <a:gd name="connsiteY7" fmla="*/ 3042471 h 5795027"/>
                <a:gd name="connsiteX8" fmla="*/ 0 w 2989878"/>
                <a:gd name="connsiteY8" fmla="*/ 2752557 h 5795027"/>
                <a:gd name="connsiteX9" fmla="*/ 0 w 2989878"/>
                <a:gd name="connsiteY9" fmla="*/ 2231503 h 5795027"/>
                <a:gd name="connsiteX10" fmla="*/ 0 w 2989878"/>
                <a:gd name="connsiteY10" fmla="*/ 2048959 h 5795027"/>
                <a:gd name="connsiteX11" fmla="*/ 559354 w 2989878"/>
                <a:gd name="connsiteY11" fmla="*/ 855573 h 5795027"/>
                <a:gd name="connsiteX12" fmla="*/ 1950071 w 2989878"/>
                <a:gd name="connsiteY12" fmla="*/ 164715 h 5795027"/>
                <a:gd name="connsiteX13" fmla="*/ 2144960 w 2989878"/>
                <a:gd name="connsiteY13" fmla="*/ 0 h 5795027"/>
                <a:gd name="connsiteX14" fmla="*/ 2332832 w 2989878"/>
                <a:gd name="connsiteY14" fmla="*/ 164715 h 5795027"/>
                <a:gd name="connsiteX15" fmla="*/ 2976290 w 2989878"/>
                <a:gd name="connsiteY15" fmla="*/ 524033 h 5795027"/>
                <a:gd name="connsiteX0" fmla="*/ 2989878 w 2989878"/>
                <a:gd name="connsiteY0" fmla="*/ 5266109 h 5795027"/>
                <a:gd name="connsiteX1" fmla="*/ 2332829 w 2989878"/>
                <a:gd name="connsiteY1" fmla="*/ 5630311 h 5795027"/>
                <a:gd name="connsiteX2" fmla="*/ 2137940 w 2989878"/>
                <a:gd name="connsiteY2" fmla="*/ 5795027 h 5795027"/>
                <a:gd name="connsiteX3" fmla="*/ 1950069 w 2989878"/>
                <a:gd name="connsiteY3" fmla="*/ 5630311 h 5795027"/>
                <a:gd name="connsiteX4" fmla="*/ 559353 w 2989878"/>
                <a:gd name="connsiteY4" fmla="*/ 4939455 h 5795027"/>
                <a:gd name="connsiteX5" fmla="*/ 0 w 2989878"/>
                <a:gd name="connsiteY5" fmla="*/ 3746068 h 5795027"/>
                <a:gd name="connsiteX6" fmla="*/ 0 w 2989878"/>
                <a:gd name="connsiteY6" fmla="*/ 3441681 h 5795027"/>
                <a:gd name="connsiteX7" fmla="*/ 0 w 2989878"/>
                <a:gd name="connsiteY7" fmla="*/ 3042471 h 5795027"/>
                <a:gd name="connsiteX8" fmla="*/ 0 w 2989878"/>
                <a:gd name="connsiteY8" fmla="*/ 2752557 h 5795027"/>
                <a:gd name="connsiteX9" fmla="*/ 0 w 2989878"/>
                <a:gd name="connsiteY9" fmla="*/ 2231503 h 5795027"/>
                <a:gd name="connsiteX10" fmla="*/ 0 w 2989878"/>
                <a:gd name="connsiteY10" fmla="*/ 2048959 h 5795027"/>
                <a:gd name="connsiteX11" fmla="*/ 559354 w 2989878"/>
                <a:gd name="connsiteY11" fmla="*/ 855573 h 5795027"/>
                <a:gd name="connsiteX12" fmla="*/ 1950071 w 2989878"/>
                <a:gd name="connsiteY12" fmla="*/ 164715 h 5795027"/>
                <a:gd name="connsiteX13" fmla="*/ 2144960 w 2989878"/>
                <a:gd name="connsiteY13" fmla="*/ 0 h 5795027"/>
                <a:gd name="connsiteX14" fmla="*/ 2332832 w 2989878"/>
                <a:gd name="connsiteY14" fmla="*/ 164715 h 5795027"/>
                <a:gd name="connsiteX15" fmla="*/ 2976290 w 2989878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87296"/>
                <a:gd name="connsiteY0" fmla="*/ 5266109 h 5795027"/>
                <a:gd name="connsiteX1" fmla="*/ 2332829 w 2987296"/>
                <a:gd name="connsiteY1" fmla="*/ 5630311 h 5795027"/>
                <a:gd name="connsiteX2" fmla="*/ 2137940 w 2987296"/>
                <a:gd name="connsiteY2" fmla="*/ 5795027 h 5795027"/>
                <a:gd name="connsiteX3" fmla="*/ 1950069 w 2987296"/>
                <a:gd name="connsiteY3" fmla="*/ 5630311 h 5795027"/>
                <a:gd name="connsiteX4" fmla="*/ 559353 w 2987296"/>
                <a:gd name="connsiteY4" fmla="*/ 4939455 h 5795027"/>
                <a:gd name="connsiteX5" fmla="*/ 0 w 2987296"/>
                <a:gd name="connsiteY5" fmla="*/ 3746068 h 5795027"/>
                <a:gd name="connsiteX6" fmla="*/ 0 w 2987296"/>
                <a:gd name="connsiteY6" fmla="*/ 3441681 h 5795027"/>
                <a:gd name="connsiteX7" fmla="*/ 0 w 2987296"/>
                <a:gd name="connsiteY7" fmla="*/ 3042471 h 5795027"/>
                <a:gd name="connsiteX8" fmla="*/ 0 w 2987296"/>
                <a:gd name="connsiteY8" fmla="*/ 2752557 h 5795027"/>
                <a:gd name="connsiteX9" fmla="*/ 0 w 2987296"/>
                <a:gd name="connsiteY9" fmla="*/ 2231503 h 5795027"/>
                <a:gd name="connsiteX10" fmla="*/ 0 w 2987296"/>
                <a:gd name="connsiteY10" fmla="*/ 2048959 h 5795027"/>
                <a:gd name="connsiteX11" fmla="*/ 559354 w 2987296"/>
                <a:gd name="connsiteY11" fmla="*/ 855573 h 5795027"/>
                <a:gd name="connsiteX12" fmla="*/ 1950071 w 2987296"/>
                <a:gd name="connsiteY12" fmla="*/ 164715 h 5795027"/>
                <a:gd name="connsiteX13" fmla="*/ 2144960 w 2987296"/>
                <a:gd name="connsiteY13" fmla="*/ 0 h 5795027"/>
                <a:gd name="connsiteX14" fmla="*/ 2332832 w 2987296"/>
                <a:gd name="connsiteY14" fmla="*/ 164715 h 5795027"/>
                <a:gd name="connsiteX15" fmla="*/ 2987296 w 2987296"/>
                <a:gd name="connsiteY15" fmla="*/ 557051 h 5795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987296" h="5795027">
                  <a:moveTo>
                    <a:pt x="2955049" y="5266109"/>
                  </a:moveTo>
                  <a:cubicBezTo>
                    <a:pt x="2737194" y="5332489"/>
                    <a:pt x="2474819" y="5542158"/>
                    <a:pt x="2332829" y="5630311"/>
                  </a:cubicBezTo>
                  <a:lnTo>
                    <a:pt x="2137940" y="5795027"/>
                  </a:lnTo>
                  <a:lnTo>
                    <a:pt x="1950069" y="5630311"/>
                  </a:lnTo>
                  <a:cubicBezTo>
                    <a:pt x="1484225" y="5270318"/>
                    <a:pt x="959280" y="5171158"/>
                    <a:pt x="559353" y="4939455"/>
                  </a:cubicBezTo>
                  <a:cubicBezTo>
                    <a:pt x="174796" y="4670559"/>
                    <a:pt x="0" y="4362177"/>
                    <a:pt x="0" y="3746068"/>
                  </a:cubicBezTo>
                  <a:lnTo>
                    <a:pt x="0" y="3441681"/>
                  </a:lnTo>
                  <a:lnTo>
                    <a:pt x="0" y="3042471"/>
                  </a:lnTo>
                  <a:lnTo>
                    <a:pt x="0" y="2752557"/>
                  </a:lnTo>
                  <a:lnTo>
                    <a:pt x="0" y="2231503"/>
                  </a:lnTo>
                  <a:lnTo>
                    <a:pt x="0" y="2048959"/>
                  </a:lnTo>
                  <a:cubicBezTo>
                    <a:pt x="0" y="1432851"/>
                    <a:pt x="174797" y="1124469"/>
                    <a:pt x="559354" y="855573"/>
                  </a:cubicBezTo>
                  <a:cubicBezTo>
                    <a:pt x="959283" y="623869"/>
                    <a:pt x="1484227" y="524709"/>
                    <a:pt x="1950071" y="164715"/>
                  </a:cubicBezTo>
                  <a:lnTo>
                    <a:pt x="2144960" y="0"/>
                  </a:lnTo>
                  <a:lnTo>
                    <a:pt x="2332832" y="164715"/>
                  </a:lnTo>
                  <a:cubicBezTo>
                    <a:pt x="2471387" y="252054"/>
                    <a:pt x="2755510" y="441908"/>
                    <a:pt x="2987296" y="557051"/>
                  </a:cubicBezTo>
                </a:path>
              </a:pathLst>
            </a:custGeom>
            <a:noFill/>
            <a:ln w="25400" cap="rnd">
              <a:solidFill>
                <a:schemeClr val="bg2">
                  <a:lumMod val="75000"/>
                  <a:alpha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58DF84-F5C6-794F-8945-485D6C1075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AF0997A-7C0F-4AD2-BA90-5FE341A177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9595" y="805231"/>
            <a:ext cx="3876811" cy="5245563"/>
          </a:xfrm>
          <a:custGeom>
            <a:avLst/>
            <a:gdLst>
              <a:gd name="connsiteX0" fmla="*/ 1941583 w 3876811"/>
              <a:gd name="connsiteY0" fmla="*/ 0 h 5245563"/>
              <a:gd name="connsiteX1" fmla="*/ 2111641 w 3876811"/>
              <a:gd name="connsiteY1" fmla="*/ 149097 h 5245563"/>
              <a:gd name="connsiteX2" fmla="*/ 3370493 w 3876811"/>
              <a:gd name="connsiteY2" fmla="*/ 774451 h 5245563"/>
              <a:gd name="connsiteX3" fmla="*/ 3876811 w 3876811"/>
              <a:gd name="connsiteY3" fmla="*/ 1854684 h 5245563"/>
              <a:gd name="connsiteX4" fmla="*/ 3876811 w 3876811"/>
              <a:gd name="connsiteY4" fmla="*/ 2019920 h 5245563"/>
              <a:gd name="connsiteX5" fmla="*/ 3876811 w 3876811"/>
              <a:gd name="connsiteY5" fmla="*/ 2491569 h 5245563"/>
              <a:gd name="connsiteX6" fmla="*/ 3876811 w 3876811"/>
              <a:gd name="connsiteY6" fmla="*/ 2753995 h 5245563"/>
              <a:gd name="connsiteX7" fmla="*/ 3876811 w 3876811"/>
              <a:gd name="connsiteY7" fmla="*/ 3115353 h 5245563"/>
              <a:gd name="connsiteX8" fmla="*/ 3876811 w 3876811"/>
              <a:gd name="connsiteY8" fmla="*/ 3390879 h 5245563"/>
              <a:gd name="connsiteX9" fmla="*/ 3370493 w 3876811"/>
              <a:gd name="connsiteY9" fmla="*/ 4471114 h 5245563"/>
              <a:gd name="connsiteX10" fmla="*/ 2111639 w 3876811"/>
              <a:gd name="connsiteY10" fmla="*/ 5096465 h 5245563"/>
              <a:gd name="connsiteX11" fmla="*/ 1935228 w 3876811"/>
              <a:gd name="connsiteY11" fmla="*/ 5245563 h 5245563"/>
              <a:gd name="connsiteX12" fmla="*/ 1765171 w 3876811"/>
              <a:gd name="connsiteY12" fmla="*/ 5096465 h 5245563"/>
              <a:gd name="connsiteX13" fmla="*/ 506317 w 3876811"/>
              <a:gd name="connsiteY13" fmla="*/ 4471114 h 5245563"/>
              <a:gd name="connsiteX14" fmla="*/ 0 w 3876811"/>
              <a:gd name="connsiteY14" fmla="*/ 3390879 h 5245563"/>
              <a:gd name="connsiteX15" fmla="*/ 0 w 3876811"/>
              <a:gd name="connsiteY15" fmla="*/ 3115353 h 5245563"/>
              <a:gd name="connsiteX16" fmla="*/ 0 w 3876811"/>
              <a:gd name="connsiteY16" fmla="*/ 2753995 h 5245563"/>
              <a:gd name="connsiteX17" fmla="*/ 0 w 3876811"/>
              <a:gd name="connsiteY17" fmla="*/ 2491569 h 5245563"/>
              <a:gd name="connsiteX18" fmla="*/ 0 w 3876811"/>
              <a:gd name="connsiteY18" fmla="*/ 2019920 h 5245563"/>
              <a:gd name="connsiteX19" fmla="*/ 0 w 3876811"/>
              <a:gd name="connsiteY19" fmla="*/ 1854684 h 5245563"/>
              <a:gd name="connsiteX20" fmla="*/ 506318 w 3876811"/>
              <a:gd name="connsiteY20" fmla="*/ 774451 h 5245563"/>
              <a:gd name="connsiteX21" fmla="*/ 1765173 w 3876811"/>
              <a:gd name="connsiteY21" fmla="*/ 149097 h 5245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876811" h="5245563">
                <a:moveTo>
                  <a:pt x="1941583" y="0"/>
                </a:moveTo>
                <a:lnTo>
                  <a:pt x="2111641" y="149097"/>
                </a:lnTo>
                <a:cubicBezTo>
                  <a:pt x="2533315" y="474958"/>
                  <a:pt x="3008487" y="564716"/>
                  <a:pt x="3370493" y="774451"/>
                </a:cubicBezTo>
                <a:cubicBezTo>
                  <a:pt x="3718590" y="1017851"/>
                  <a:pt x="3876811" y="1296993"/>
                  <a:pt x="3876811" y="1854684"/>
                </a:cubicBezTo>
                <a:lnTo>
                  <a:pt x="3876811" y="2019920"/>
                </a:lnTo>
                <a:lnTo>
                  <a:pt x="3876811" y="2491569"/>
                </a:lnTo>
                <a:lnTo>
                  <a:pt x="3876811" y="2753995"/>
                </a:lnTo>
                <a:lnTo>
                  <a:pt x="3876811" y="3115353"/>
                </a:lnTo>
                <a:lnTo>
                  <a:pt x="3876811" y="3390879"/>
                </a:lnTo>
                <a:cubicBezTo>
                  <a:pt x="3876811" y="3948571"/>
                  <a:pt x="3718588" y="4227713"/>
                  <a:pt x="3370493" y="4471114"/>
                </a:cubicBezTo>
                <a:cubicBezTo>
                  <a:pt x="3008484" y="4680847"/>
                  <a:pt x="2533312" y="4770605"/>
                  <a:pt x="2111639" y="5096465"/>
                </a:cubicBezTo>
                <a:lnTo>
                  <a:pt x="1935228" y="5245563"/>
                </a:lnTo>
                <a:lnTo>
                  <a:pt x="1765171" y="5096465"/>
                </a:lnTo>
                <a:cubicBezTo>
                  <a:pt x="1343496" y="4770605"/>
                  <a:pt x="868325" y="4680847"/>
                  <a:pt x="506317" y="4471114"/>
                </a:cubicBezTo>
                <a:cubicBezTo>
                  <a:pt x="158223" y="4227713"/>
                  <a:pt x="0" y="3948571"/>
                  <a:pt x="0" y="3390879"/>
                </a:cubicBezTo>
                <a:lnTo>
                  <a:pt x="0" y="3115353"/>
                </a:lnTo>
                <a:lnTo>
                  <a:pt x="0" y="2753995"/>
                </a:lnTo>
                <a:lnTo>
                  <a:pt x="0" y="2491569"/>
                </a:lnTo>
                <a:lnTo>
                  <a:pt x="0" y="2019920"/>
                </a:lnTo>
                <a:lnTo>
                  <a:pt x="0" y="1854684"/>
                </a:lnTo>
                <a:cubicBezTo>
                  <a:pt x="0" y="1296993"/>
                  <a:pt x="158224" y="1017851"/>
                  <a:pt x="506318" y="774451"/>
                </a:cubicBezTo>
                <a:cubicBezTo>
                  <a:pt x="868327" y="564716"/>
                  <a:pt x="1343498" y="474958"/>
                  <a:pt x="1765173" y="149097"/>
                </a:cubicBezTo>
                <a:close/>
              </a:path>
            </a:pathLst>
          </a:custGeom>
          <a:solidFill>
            <a:schemeClr val="bg2">
              <a:lumMod val="7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9B3AC5-88AE-27F6-4569-5CFB81E01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390" y="1826096"/>
            <a:ext cx="3149221" cy="214269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/>
              <a:t>Relational vs NoSQL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2E67446-732B-4F72-8560-6FABB6CB25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0828" y="720724"/>
            <a:ext cx="4014345" cy="5414576"/>
          </a:xfrm>
          <a:custGeom>
            <a:avLst/>
            <a:gdLst>
              <a:gd name="connsiteX0" fmla="*/ 2144960 w 4282900"/>
              <a:gd name="connsiteY0" fmla="*/ 0 h 5795027"/>
              <a:gd name="connsiteX1" fmla="*/ 2332832 w 4282900"/>
              <a:gd name="connsiteY1" fmla="*/ 164715 h 5795027"/>
              <a:gd name="connsiteX2" fmla="*/ 3723546 w 4282900"/>
              <a:gd name="connsiteY2" fmla="*/ 855573 h 5795027"/>
              <a:gd name="connsiteX3" fmla="*/ 4282900 w 4282900"/>
              <a:gd name="connsiteY3" fmla="*/ 2048959 h 5795027"/>
              <a:gd name="connsiteX4" fmla="*/ 4282900 w 4282900"/>
              <a:gd name="connsiteY4" fmla="*/ 2231503 h 5795027"/>
              <a:gd name="connsiteX5" fmla="*/ 4282900 w 4282900"/>
              <a:gd name="connsiteY5" fmla="*/ 2752557 h 5795027"/>
              <a:gd name="connsiteX6" fmla="*/ 4282900 w 4282900"/>
              <a:gd name="connsiteY6" fmla="*/ 3042471 h 5795027"/>
              <a:gd name="connsiteX7" fmla="*/ 4282900 w 4282900"/>
              <a:gd name="connsiteY7" fmla="*/ 3441681 h 5795027"/>
              <a:gd name="connsiteX8" fmla="*/ 4282900 w 4282900"/>
              <a:gd name="connsiteY8" fmla="*/ 3746068 h 5795027"/>
              <a:gd name="connsiteX9" fmla="*/ 3723546 w 4282900"/>
              <a:gd name="connsiteY9" fmla="*/ 4939455 h 5795027"/>
              <a:gd name="connsiteX10" fmla="*/ 2332829 w 4282900"/>
              <a:gd name="connsiteY10" fmla="*/ 5630311 h 5795027"/>
              <a:gd name="connsiteX11" fmla="*/ 2137940 w 4282900"/>
              <a:gd name="connsiteY11" fmla="*/ 5795027 h 5795027"/>
              <a:gd name="connsiteX12" fmla="*/ 1950069 w 4282900"/>
              <a:gd name="connsiteY12" fmla="*/ 5630311 h 5795027"/>
              <a:gd name="connsiteX13" fmla="*/ 559353 w 4282900"/>
              <a:gd name="connsiteY13" fmla="*/ 4939455 h 5795027"/>
              <a:gd name="connsiteX14" fmla="*/ 0 w 4282900"/>
              <a:gd name="connsiteY14" fmla="*/ 3746068 h 5795027"/>
              <a:gd name="connsiteX15" fmla="*/ 0 w 4282900"/>
              <a:gd name="connsiteY15" fmla="*/ 3441681 h 5795027"/>
              <a:gd name="connsiteX16" fmla="*/ 0 w 4282900"/>
              <a:gd name="connsiteY16" fmla="*/ 3042471 h 5795027"/>
              <a:gd name="connsiteX17" fmla="*/ 0 w 4282900"/>
              <a:gd name="connsiteY17" fmla="*/ 2752557 h 5795027"/>
              <a:gd name="connsiteX18" fmla="*/ 0 w 4282900"/>
              <a:gd name="connsiteY18" fmla="*/ 2231503 h 5795027"/>
              <a:gd name="connsiteX19" fmla="*/ 0 w 4282900"/>
              <a:gd name="connsiteY19" fmla="*/ 2048959 h 5795027"/>
              <a:gd name="connsiteX20" fmla="*/ 559354 w 4282900"/>
              <a:gd name="connsiteY20" fmla="*/ 855573 h 5795027"/>
              <a:gd name="connsiteX21" fmla="*/ 1950071 w 4282900"/>
              <a:gd name="connsiteY21" fmla="*/ 164715 h 579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4282900" h="5795027">
                <a:moveTo>
                  <a:pt x="2144960" y="0"/>
                </a:moveTo>
                <a:lnTo>
                  <a:pt x="2332832" y="164715"/>
                </a:lnTo>
                <a:cubicBezTo>
                  <a:pt x="2798675" y="524709"/>
                  <a:pt x="3323620" y="623869"/>
                  <a:pt x="3723546" y="855573"/>
                </a:cubicBezTo>
                <a:cubicBezTo>
                  <a:pt x="4108105" y="1124469"/>
                  <a:pt x="4282900" y="1432851"/>
                  <a:pt x="4282900" y="2048959"/>
                </a:cubicBezTo>
                <a:lnTo>
                  <a:pt x="4282900" y="2231503"/>
                </a:lnTo>
                <a:lnTo>
                  <a:pt x="4282900" y="2752557"/>
                </a:lnTo>
                <a:lnTo>
                  <a:pt x="4282900" y="3042471"/>
                </a:lnTo>
                <a:lnTo>
                  <a:pt x="4282900" y="3441681"/>
                </a:lnTo>
                <a:lnTo>
                  <a:pt x="4282900" y="3746068"/>
                </a:lnTo>
                <a:cubicBezTo>
                  <a:pt x="4282900" y="4362177"/>
                  <a:pt x="4108103" y="4670559"/>
                  <a:pt x="3723546" y="4939455"/>
                </a:cubicBezTo>
                <a:cubicBezTo>
                  <a:pt x="3323617" y="5171158"/>
                  <a:pt x="2798672" y="5270318"/>
                  <a:pt x="2332829" y="5630311"/>
                </a:cubicBezTo>
                <a:lnTo>
                  <a:pt x="2137940" y="5795027"/>
                </a:lnTo>
                <a:lnTo>
                  <a:pt x="1950069" y="5630311"/>
                </a:lnTo>
                <a:cubicBezTo>
                  <a:pt x="1484225" y="5270318"/>
                  <a:pt x="959280" y="5171158"/>
                  <a:pt x="559353" y="4939455"/>
                </a:cubicBezTo>
                <a:cubicBezTo>
                  <a:pt x="174796" y="4670559"/>
                  <a:pt x="0" y="4362177"/>
                  <a:pt x="0" y="3746068"/>
                </a:cubicBezTo>
                <a:lnTo>
                  <a:pt x="0" y="3441681"/>
                </a:lnTo>
                <a:lnTo>
                  <a:pt x="0" y="3042471"/>
                </a:lnTo>
                <a:lnTo>
                  <a:pt x="0" y="2752557"/>
                </a:lnTo>
                <a:lnTo>
                  <a:pt x="0" y="2231503"/>
                </a:lnTo>
                <a:lnTo>
                  <a:pt x="0" y="2048959"/>
                </a:lnTo>
                <a:cubicBezTo>
                  <a:pt x="0" y="1432851"/>
                  <a:pt x="174797" y="1124469"/>
                  <a:pt x="559354" y="855573"/>
                </a:cubicBezTo>
                <a:cubicBezTo>
                  <a:pt x="959283" y="623869"/>
                  <a:pt x="1484227" y="524709"/>
                  <a:pt x="1950071" y="164715"/>
                </a:cubicBezTo>
                <a:close/>
              </a:path>
            </a:pathLst>
          </a:custGeom>
          <a:noFill/>
          <a:ln w="25400" cap="rnd">
            <a:solidFill>
              <a:schemeClr val="bg2">
                <a:lumMod val="75000"/>
                <a:alpha val="6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93DAC80-F3D0-AB64-358B-1182EB3F37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75003" y="1014088"/>
            <a:ext cx="5571565" cy="4833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664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92A2C-E895-577F-7AB2-C8CE29CD1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Live System</a:t>
            </a:r>
            <a:endParaRPr lang="en-NO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72433F5-64E2-AFE9-029F-CEDB1CBF05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50629" y="2887485"/>
            <a:ext cx="647908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O" altLang="en-N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O" altLang="en-N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Dashboard: </a:t>
            </a:r>
            <a:r>
              <a:rPr kumimoji="0" lang="en-NO" altLang="en-N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http://localhost:8501</a:t>
            </a:r>
            <a:r>
              <a:rPr kumimoji="0" lang="en-NO" altLang="en-N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O" altLang="en-N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Neo4j Browser: </a:t>
            </a:r>
            <a:r>
              <a:rPr kumimoji="0" lang="en-NO" altLang="en-N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http://localhost:7475</a:t>
            </a:r>
            <a:r>
              <a:rPr kumimoji="0" lang="en-NO" altLang="en-N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kumimoji="0" lang="en-NO" altLang="en-N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 repo: </a:t>
            </a:r>
            <a:r>
              <a:rPr lang="en-GB" altLang="en-NO" sz="1800" dirty="0">
                <a:solidFill>
                  <a:schemeClr val="tx1"/>
                </a:solidFill>
                <a:latin typeface="Arial" panose="020B0604020202020204" pitchFamily="34" charset="0"/>
                <a:hlinkClick r:id="rId4"/>
              </a:rPr>
              <a:t>https://github.com/yasinhessnawi1/CyberSight_DW</a:t>
            </a:r>
            <a:endParaRPr lang="en-GB" altLang="en-NO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kumimoji="0" lang="en-NO" altLang="en-N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ksqlDB REST: </a:t>
            </a:r>
            <a:r>
              <a:rPr kumimoji="0" lang="en-NO" altLang="en-N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5"/>
              </a:rPr>
              <a:t>http://localhost:8088</a:t>
            </a:r>
            <a:endParaRPr kumimoji="0" lang="en-NO" altLang="en-N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1815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E95F1-FD8A-EAD0-7E09-BC9C755A8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5671" y="2896861"/>
            <a:ext cx="9076329" cy="1064277"/>
          </a:xfrm>
        </p:spPr>
        <p:txBody>
          <a:bodyPr/>
          <a:lstStyle/>
          <a:p>
            <a:r>
              <a:rPr lang="en-NO" dirty="0"/>
              <a:t>Thank you for your time. </a:t>
            </a:r>
          </a:p>
        </p:txBody>
      </p:sp>
    </p:spTree>
    <p:extLst>
      <p:ext uri="{BB962C8B-B14F-4D97-AF65-F5344CB8AC3E}">
        <p14:creationId xmlns:p14="http://schemas.microsoft.com/office/powerpoint/2010/main" val="4000135027"/>
      </p:ext>
    </p:extLst>
  </p:cSld>
  <p:clrMapOvr>
    <a:masterClrMapping/>
  </p:clrMapOvr>
</p:sld>
</file>

<file path=ppt/theme/theme1.xml><?xml version="1.0" encoding="utf-8"?>
<a:theme xmlns:a="http://schemas.openxmlformats.org/drawingml/2006/main" name="MarrakeshVTI">
  <a:themeElements>
    <a:clrScheme name="Marrakesh">
      <a:dk1>
        <a:srgbClr val="000000"/>
      </a:dk1>
      <a:lt1>
        <a:srgbClr val="FFFFFF"/>
      </a:lt1>
      <a:dk2>
        <a:srgbClr val="431C30"/>
      </a:dk2>
      <a:lt2>
        <a:srgbClr val="F3F0EF"/>
      </a:lt2>
      <a:accent1>
        <a:srgbClr val="B35B55"/>
      </a:accent1>
      <a:accent2>
        <a:srgbClr val="CF7E6C"/>
      </a:accent2>
      <a:accent3>
        <a:srgbClr val="CA8F58"/>
      </a:accent3>
      <a:accent4>
        <a:srgbClr val="A97C54"/>
      </a:accent4>
      <a:accent5>
        <a:srgbClr val="917E45"/>
      </a:accent5>
      <a:accent6>
        <a:srgbClr val="647576"/>
      </a:accent6>
      <a:hlink>
        <a:srgbClr val="A25872"/>
      </a:hlink>
      <a:folHlink>
        <a:srgbClr val="667A7E"/>
      </a:folHlink>
    </a:clrScheme>
    <a:fontScheme name="Goudy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rrakeshVTI" id="{DCD97A9B-DAE4-42FA-B2F9-0A5C34F43D6C}" vid="{A7163F41-974B-4A88-831F-D9DFFFE40C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</Words>
  <Application>Microsoft Macintosh PowerPoint</Application>
  <PresentationFormat>Widescreen</PresentationFormat>
  <Paragraphs>16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Goudy Old Style</vt:lpstr>
      <vt:lpstr>MarrakeshVTI</vt:lpstr>
      <vt:lpstr>CyberSight DW</vt:lpstr>
      <vt:lpstr>System Architecture</vt:lpstr>
      <vt:lpstr>Decision-Support Queries</vt:lpstr>
      <vt:lpstr>Three Models, Same Data</vt:lpstr>
      <vt:lpstr>Relational vs NoSQL</vt:lpstr>
      <vt:lpstr>Live System</vt:lpstr>
      <vt:lpstr>Thank you for your time.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Yasin Hessnawi</dc:creator>
  <cp:lastModifiedBy>Yasin Hessnawi</cp:lastModifiedBy>
  <cp:revision>1</cp:revision>
  <dcterms:created xsi:type="dcterms:W3CDTF">2026-04-22T08:56:13Z</dcterms:created>
  <dcterms:modified xsi:type="dcterms:W3CDTF">2026-04-23T10:37:27Z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95cf23d-70b0-4a80-9221-1d774ac27fb2_Enabled">
    <vt:lpwstr>true</vt:lpwstr>
  </property>
  <property fmtid="{D5CDD505-2E9C-101B-9397-08002B2CF9AE}" pid="3" name="MSIP_Label_695cf23d-70b0-4a80-9221-1d774ac27fb2_SetDate">
    <vt:lpwstr>2026-04-23T10:37:27Z</vt:lpwstr>
  </property>
  <property fmtid="{D5CDD505-2E9C-101B-9397-08002B2CF9AE}" pid="4" name="MSIP_Label_695cf23d-70b0-4a80-9221-1d774ac27fb2_Method">
    <vt:lpwstr>Standard</vt:lpwstr>
  </property>
  <property fmtid="{D5CDD505-2E9C-101B-9397-08002B2CF9AE}" pid="5" name="MSIP_Label_695cf23d-70b0-4a80-9221-1d774ac27fb2_Name">
    <vt:lpwstr>Document internal</vt:lpwstr>
  </property>
  <property fmtid="{D5CDD505-2E9C-101B-9397-08002B2CF9AE}" pid="6" name="MSIP_Label_695cf23d-70b0-4a80-9221-1d774ac27fb2_SiteId">
    <vt:lpwstr>8482881e-3699-4b3f-b135-cf4800bc1efb</vt:lpwstr>
  </property>
  <property fmtid="{D5CDD505-2E9C-101B-9397-08002B2CF9AE}" pid="7" name="MSIP_Label_695cf23d-70b0-4a80-9221-1d774ac27fb2_ActionId">
    <vt:lpwstr>faab9765-8852-4047-91dc-5c37fd0e92aa</vt:lpwstr>
  </property>
  <property fmtid="{D5CDD505-2E9C-101B-9397-08002B2CF9AE}" pid="8" name="MSIP_Label_695cf23d-70b0-4a80-9221-1d774ac27fb2_ContentBits">
    <vt:lpwstr>0</vt:lpwstr>
  </property>
  <property fmtid="{D5CDD505-2E9C-101B-9397-08002B2CF9AE}" pid="9" name="MSIP_Label_695cf23d-70b0-4a80-9221-1d774ac27fb2_Tag">
    <vt:lpwstr>50, 3, 0, 1</vt:lpwstr>
  </property>
</Properties>
</file>